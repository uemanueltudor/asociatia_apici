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83" r:id="rId20"/>
    <p:sldId id="284" r:id="rId21"/>
    <p:sldId id="285" r:id="rId22"/>
    <p:sldId id="286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7" r:id="rId3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08D7F7-EF25-4F68-96C3-2E7A8DE10BE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5C8B72-B42B-4205-9605-FE5EA69A89BB}">
      <dgm:prSet custT="0"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Promovarea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reprezentarea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apărarea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drepturilor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intereselor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aflați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în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prezent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dar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în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trecut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în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sistemul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protecție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specială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la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nivel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local, regional,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național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internațional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 </a:t>
          </a:r>
        </a:p>
      </dgm:t>
    </dgm:pt>
    <dgm:pt modelId="{654C1F8C-3999-4BCF-8D7D-4A357510B1A3}" type="parTrans" cxnId="{99EBD50C-5B97-4837-9194-1314FDB6B995}">
      <dgm:prSet/>
      <dgm:spPr/>
      <dgm:t>
        <a:bodyPr/>
        <a:lstStyle/>
        <a:p>
          <a:endParaRPr lang="en-US"/>
        </a:p>
      </dgm:t>
    </dgm:pt>
    <dgm:pt modelId="{4368F605-DFD6-4772-B9D4-C0783F3450B6}" type="sibTrans" cxnId="{99EBD50C-5B97-4837-9194-1314FDB6B995}">
      <dgm:prSet/>
      <dgm:spPr/>
      <dgm:t>
        <a:bodyPr/>
        <a:lstStyle/>
        <a:p>
          <a:endParaRPr lang="en-US"/>
        </a:p>
      </dgm:t>
    </dgm:pt>
    <dgm:pt modelId="{4769D891-C1FD-4F24-A219-3A7945C2832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Colaborarea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cu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autoritățile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publice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cu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alte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personae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juridice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din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țară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 din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străinătate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cu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atribuții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privind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protecția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drepturilor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 </a:t>
          </a:r>
        </a:p>
      </dgm:t>
    </dgm:pt>
    <dgm:pt modelId="{4C21FC01-618E-4B6A-9211-15F223F8FD28}" type="parTrans" cxnId="{47BBFA67-6292-4E1E-9907-925E706A3950}">
      <dgm:prSet/>
      <dgm:spPr/>
      <dgm:t>
        <a:bodyPr/>
        <a:lstStyle/>
        <a:p>
          <a:endParaRPr lang="en-US"/>
        </a:p>
      </dgm:t>
    </dgm:pt>
    <dgm:pt modelId="{1A224FFC-BB68-4321-B0B1-996BA3648D11}" type="sibTrans" cxnId="{47BBFA67-6292-4E1E-9907-925E706A3950}">
      <dgm:prSet/>
      <dgm:spPr/>
      <dgm:t>
        <a:bodyPr/>
        <a:lstStyle/>
        <a:p>
          <a:endParaRPr lang="en-US"/>
        </a:p>
      </dgm:t>
    </dgm:pt>
    <dgm:pt modelId="{99F22478-A2C6-4018-8D79-F2C4784C22C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Identificarea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elaborarea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politicilor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publice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privind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post-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 la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toate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nivelurile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inclusiv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elaborarea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amendamente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legislative. </a:t>
          </a:r>
        </a:p>
      </dgm:t>
    </dgm:pt>
    <dgm:pt modelId="{08EEBFEA-8B5A-4A07-92B0-135123D7C366}" type="parTrans" cxnId="{B6A78A6F-4776-4885-8478-60F430B46B76}">
      <dgm:prSet/>
      <dgm:spPr/>
      <dgm:t>
        <a:bodyPr/>
        <a:lstStyle/>
        <a:p>
          <a:endParaRPr lang="en-US"/>
        </a:p>
      </dgm:t>
    </dgm:pt>
    <dgm:pt modelId="{36D9C3E7-F0BC-4B3F-A24D-903EEAA2B6CD}" type="sibTrans" cxnId="{B6A78A6F-4776-4885-8478-60F430B46B76}">
      <dgm:prSet/>
      <dgm:spPr/>
      <dgm:t>
        <a:bodyPr/>
        <a:lstStyle/>
        <a:p>
          <a:endParaRPr lang="en-US"/>
        </a:p>
      </dgm:t>
    </dgm:pt>
    <dgm:pt modelId="{49F12242-D449-4767-A48C-720C7B8C030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Contribuirea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la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dezvoltarea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mișcării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asociative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tineret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a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studenților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a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altor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mișcări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conexe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din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România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</a:t>
          </a:r>
        </a:p>
      </dgm:t>
    </dgm:pt>
    <dgm:pt modelId="{4D9E2701-1F5C-49D2-83E6-9DFECE3B8943}" type="parTrans" cxnId="{1420CE29-A57F-44DA-AC02-B986D1A44838}">
      <dgm:prSet/>
      <dgm:spPr/>
      <dgm:t>
        <a:bodyPr/>
        <a:lstStyle/>
        <a:p>
          <a:endParaRPr lang="en-US"/>
        </a:p>
      </dgm:t>
    </dgm:pt>
    <dgm:pt modelId="{E660D651-2050-4801-8E23-8AA063DABD04}" type="sibTrans" cxnId="{1420CE29-A57F-44DA-AC02-B986D1A44838}">
      <dgm:prSet/>
      <dgm:spPr/>
      <dgm:t>
        <a:bodyPr/>
        <a:lstStyle/>
        <a:p>
          <a:endParaRPr lang="en-US"/>
        </a:p>
      </dgm:t>
    </dgm:pt>
    <dgm:pt modelId="{63F9CF79-163E-400D-9C23-2089AAD2736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Dezvoltarea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programe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activități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pentru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consilierea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psihologică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socială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juridică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medicală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pentru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 </a:t>
          </a:r>
        </a:p>
      </dgm:t>
    </dgm:pt>
    <dgm:pt modelId="{D4D0CB05-6917-4F14-8DA0-5F9A3B3FE93E}" type="parTrans" cxnId="{D83F0F60-BD8D-42CE-B775-C9E83EFC37E2}">
      <dgm:prSet/>
      <dgm:spPr/>
      <dgm:t>
        <a:bodyPr/>
        <a:lstStyle/>
        <a:p>
          <a:endParaRPr lang="en-US"/>
        </a:p>
      </dgm:t>
    </dgm:pt>
    <dgm:pt modelId="{B89C51B9-B5B1-4377-B9D3-D964EEE7BAE4}" type="sibTrans" cxnId="{D83F0F60-BD8D-42CE-B775-C9E83EFC37E2}">
      <dgm:prSet/>
      <dgm:spPr/>
      <dgm:t>
        <a:bodyPr/>
        <a:lstStyle/>
        <a:p>
          <a:endParaRPr lang="en-US"/>
        </a:p>
      </dgm:t>
    </dgm:pt>
    <dgm:pt modelId="{7060FF50-37FD-489E-9900-4F5C2A50D055}" type="pres">
      <dgm:prSet presAssocID="{F608D7F7-EF25-4F68-96C3-2E7A8DE10BE9}" presName="linear" presStyleCnt="0">
        <dgm:presLayoutVars>
          <dgm:animLvl val="lvl"/>
          <dgm:resizeHandles val="exact"/>
        </dgm:presLayoutVars>
      </dgm:prSet>
      <dgm:spPr/>
    </dgm:pt>
    <dgm:pt modelId="{E9A65684-B182-471A-9A04-202A2CC39359}" type="pres">
      <dgm:prSet presAssocID="{4B5C8B72-B42B-4205-9605-FE5EA69A89B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DCBC04A-2AFF-4C18-825F-D0DDB8693481}" type="pres">
      <dgm:prSet presAssocID="{4368F605-DFD6-4772-B9D4-C0783F3450B6}" presName="spacer" presStyleCnt="0"/>
      <dgm:spPr/>
    </dgm:pt>
    <dgm:pt modelId="{5C9BE05F-C181-4B5C-998A-2FFE401E1BA3}" type="pres">
      <dgm:prSet presAssocID="{4769D891-C1FD-4F24-A219-3A7945C2832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DD3B66F-5874-4476-A0F3-80E9627DAA85}" type="pres">
      <dgm:prSet presAssocID="{1A224FFC-BB68-4321-B0B1-996BA3648D11}" presName="spacer" presStyleCnt="0"/>
      <dgm:spPr/>
    </dgm:pt>
    <dgm:pt modelId="{BCE813E4-270E-4CB5-A850-4ECCFA074C11}" type="pres">
      <dgm:prSet presAssocID="{99F22478-A2C6-4018-8D79-F2C4784C22C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64AB292-42BB-4F16-87C0-F8D1991553F5}" type="pres">
      <dgm:prSet presAssocID="{36D9C3E7-F0BC-4B3F-A24D-903EEAA2B6CD}" presName="spacer" presStyleCnt="0"/>
      <dgm:spPr/>
    </dgm:pt>
    <dgm:pt modelId="{EEC29206-56E3-49D1-AB0B-4425BA7956C8}" type="pres">
      <dgm:prSet presAssocID="{49F12242-D449-4767-A48C-720C7B8C030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F3459F3-3F2C-49C4-9DF1-F1AE9C1CD0BF}" type="pres">
      <dgm:prSet presAssocID="{E660D651-2050-4801-8E23-8AA063DABD04}" presName="spacer" presStyleCnt="0"/>
      <dgm:spPr/>
    </dgm:pt>
    <dgm:pt modelId="{C57D3522-E91E-4233-9870-08CD7020FBB6}" type="pres">
      <dgm:prSet presAssocID="{63F9CF79-163E-400D-9C23-2089AAD2736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6C88803-9FED-4AA6-8487-BFFEB52E3C26}" type="presOf" srcId="{49F12242-D449-4767-A48C-720C7B8C0309}" destId="{EEC29206-56E3-49D1-AB0B-4425BA7956C8}" srcOrd="0" destOrd="0" presId="urn:microsoft.com/office/officeart/2005/8/layout/vList2"/>
    <dgm:cxn modelId="{99EBD50C-5B97-4837-9194-1314FDB6B995}" srcId="{F608D7F7-EF25-4F68-96C3-2E7A8DE10BE9}" destId="{4B5C8B72-B42B-4205-9605-FE5EA69A89BB}" srcOrd="0" destOrd="0" parTransId="{654C1F8C-3999-4BCF-8D7D-4A357510B1A3}" sibTransId="{4368F605-DFD6-4772-B9D4-C0783F3450B6}"/>
    <dgm:cxn modelId="{1420CE29-A57F-44DA-AC02-B986D1A44838}" srcId="{F608D7F7-EF25-4F68-96C3-2E7A8DE10BE9}" destId="{49F12242-D449-4767-A48C-720C7B8C0309}" srcOrd="3" destOrd="0" parTransId="{4D9E2701-1F5C-49D2-83E6-9DFECE3B8943}" sibTransId="{E660D651-2050-4801-8E23-8AA063DABD04}"/>
    <dgm:cxn modelId="{D83F0F60-BD8D-42CE-B775-C9E83EFC37E2}" srcId="{F608D7F7-EF25-4F68-96C3-2E7A8DE10BE9}" destId="{63F9CF79-163E-400D-9C23-2089AAD27363}" srcOrd="4" destOrd="0" parTransId="{D4D0CB05-6917-4F14-8DA0-5F9A3B3FE93E}" sibTransId="{B89C51B9-B5B1-4377-B9D3-D964EEE7BAE4}"/>
    <dgm:cxn modelId="{D986D441-1CAA-405F-964D-11723DBDCEB9}" type="presOf" srcId="{4769D891-C1FD-4F24-A219-3A7945C28326}" destId="{5C9BE05F-C181-4B5C-998A-2FFE401E1BA3}" srcOrd="0" destOrd="0" presId="urn:microsoft.com/office/officeart/2005/8/layout/vList2"/>
    <dgm:cxn modelId="{B2E56C42-AD79-4F7F-A8E2-95B848AE75A8}" type="presOf" srcId="{63F9CF79-163E-400D-9C23-2089AAD27363}" destId="{C57D3522-E91E-4233-9870-08CD7020FBB6}" srcOrd="0" destOrd="0" presId="urn:microsoft.com/office/officeart/2005/8/layout/vList2"/>
    <dgm:cxn modelId="{47BBFA67-6292-4E1E-9907-925E706A3950}" srcId="{F608D7F7-EF25-4F68-96C3-2E7A8DE10BE9}" destId="{4769D891-C1FD-4F24-A219-3A7945C28326}" srcOrd="1" destOrd="0" parTransId="{4C21FC01-618E-4B6A-9211-15F223F8FD28}" sibTransId="{1A224FFC-BB68-4321-B0B1-996BA3648D11}"/>
    <dgm:cxn modelId="{13CCBD49-7112-4A72-8E95-A48C8EBCE936}" type="presOf" srcId="{F608D7F7-EF25-4F68-96C3-2E7A8DE10BE9}" destId="{7060FF50-37FD-489E-9900-4F5C2A50D055}" srcOrd="0" destOrd="0" presId="urn:microsoft.com/office/officeart/2005/8/layout/vList2"/>
    <dgm:cxn modelId="{B6A78A6F-4776-4885-8478-60F430B46B76}" srcId="{F608D7F7-EF25-4F68-96C3-2E7A8DE10BE9}" destId="{99F22478-A2C6-4018-8D79-F2C4784C22CA}" srcOrd="2" destOrd="0" parTransId="{08EEBFEA-8B5A-4A07-92B0-135123D7C366}" sibTransId="{36D9C3E7-F0BC-4B3F-A24D-903EEAA2B6CD}"/>
    <dgm:cxn modelId="{99BF71A5-CAF8-4D29-A0CC-4FB47B89892F}" type="presOf" srcId="{99F22478-A2C6-4018-8D79-F2C4784C22CA}" destId="{BCE813E4-270E-4CB5-A850-4ECCFA074C11}" srcOrd="0" destOrd="0" presId="urn:microsoft.com/office/officeart/2005/8/layout/vList2"/>
    <dgm:cxn modelId="{A5D427A6-55F6-421F-BB4F-B86DD4529EBE}" type="presOf" srcId="{4B5C8B72-B42B-4205-9605-FE5EA69A89BB}" destId="{E9A65684-B182-471A-9A04-202A2CC39359}" srcOrd="0" destOrd="0" presId="urn:microsoft.com/office/officeart/2005/8/layout/vList2"/>
    <dgm:cxn modelId="{680EB22C-568F-48F1-AC79-0AECD16E2C96}" type="presParOf" srcId="{7060FF50-37FD-489E-9900-4F5C2A50D055}" destId="{E9A65684-B182-471A-9A04-202A2CC39359}" srcOrd="0" destOrd="0" presId="urn:microsoft.com/office/officeart/2005/8/layout/vList2"/>
    <dgm:cxn modelId="{971611FA-8E2C-4A28-9D00-58B093519FC0}" type="presParOf" srcId="{7060FF50-37FD-489E-9900-4F5C2A50D055}" destId="{ADCBC04A-2AFF-4C18-825F-D0DDB8693481}" srcOrd="1" destOrd="0" presId="urn:microsoft.com/office/officeart/2005/8/layout/vList2"/>
    <dgm:cxn modelId="{55CE6C39-6792-4A53-AAB1-DF45C7F0175E}" type="presParOf" srcId="{7060FF50-37FD-489E-9900-4F5C2A50D055}" destId="{5C9BE05F-C181-4B5C-998A-2FFE401E1BA3}" srcOrd="2" destOrd="0" presId="urn:microsoft.com/office/officeart/2005/8/layout/vList2"/>
    <dgm:cxn modelId="{4215BF37-3EAE-4E5C-A495-04863CAA89C9}" type="presParOf" srcId="{7060FF50-37FD-489E-9900-4F5C2A50D055}" destId="{1DD3B66F-5874-4476-A0F3-80E9627DAA85}" srcOrd="3" destOrd="0" presId="urn:microsoft.com/office/officeart/2005/8/layout/vList2"/>
    <dgm:cxn modelId="{9D45757A-62DC-45D6-9663-BE7BAF1A4872}" type="presParOf" srcId="{7060FF50-37FD-489E-9900-4F5C2A50D055}" destId="{BCE813E4-270E-4CB5-A850-4ECCFA074C11}" srcOrd="4" destOrd="0" presId="urn:microsoft.com/office/officeart/2005/8/layout/vList2"/>
    <dgm:cxn modelId="{5F6E4F6F-7ED5-4E3D-B19A-25C2A8F03E5F}" type="presParOf" srcId="{7060FF50-37FD-489E-9900-4F5C2A50D055}" destId="{064AB292-42BB-4F16-87C0-F8D1991553F5}" srcOrd="5" destOrd="0" presId="urn:microsoft.com/office/officeart/2005/8/layout/vList2"/>
    <dgm:cxn modelId="{D7D3FE7C-4990-49D0-BD7C-5C575DC17FD8}" type="presParOf" srcId="{7060FF50-37FD-489E-9900-4F5C2A50D055}" destId="{EEC29206-56E3-49D1-AB0B-4425BA7956C8}" srcOrd="6" destOrd="0" presId="urn:microsoft.com/office/officeart/2005/8/layout/vList2"/>
    <dgm:cxn modelId="{9022544A-6E85-4E16-B994-B281D374C6B2}" type="presParOf" srcId="{7060FF50-37FD-489E-9900-4F5C2A50D055}" destId="{2F3459F3-3F2C-49C4-9DF1-F1AE9C1CD0BF}" srcOrd="7" destOrd="0" presId="urn:microsoft.com/office/officeart/2005/8/layout/vList2"/>
    <dgm:cxn modelId="{FED92E64-D557-4888-9500-A9DEE58CCB7A}" type="presParOf" srcId="{7060FF50-37FD-489E-9900-4F5C2A50D055}" destId="{C57D3522-E91E-4233-9870-08CD7020FBB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2139C9-7F2A-43DE-89AD-CD880155A84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68AA9C-9EA6-4354-A006-3C9A034D38B7}">
      <dgm:prSet/>
      <dgm:spPr/>
      <dgm:t>
        <a:bodyPr/>
        <a:lstStyle/>
        <a:p>
          <a:r>
            <a:rPr lang="en-US"/>
            <a:t>MEDIERE: între instituțiile statului și beneficiari ai sistemului de protecție a copilului în vederea susținerii vocii acestora. </a:t>
          </a:r>
        </a:p>
      </dgm:t>
    </dgm:pt>
    <dgm:pt modelId="{E4363CD3-DEFD-495E-9B94-86ACBF365662}" type="parTrans" cxnId="{B30751E8-8B5C-48A0-9496-0D368B5479BB}">
      <dgm:prSet/>
      <dgm:spPr/>
      <dgm:t>
        <a:bodyPr/>
        <a:lstStyle/>
        <a:p>
          <a:endParaRPr lang="en-US"/>
        </a:p>
      </dgm:t>
    </dgm:pt>
    <dgm:pt modelId="{588D65DC-406B-42A7-AE1D-CECFA0CDC110}" type="sibTrans" cxnId="{B30751E8-8B5C-48A0-9496-0D368B5479BB}">
      <dgm:prSet/>
      <dgm:spPr/>
      <dgm:t>
        <a:bodyPr/>
        <a:lstStyle/>
        <a:p>
          <a:endParaRPr lang="en-US"/>
        </a:p>
      </dgm:t>
    </dgm:pt>
    <dgm:pt modelId="{BA05AFF1-A074-4A7B-BC71-0EF1E72C7036}">
      <dgm:prSet/>
      <dgm:spPr/>
      <dgm:t>
        <a:bodyPr/>
        <a:lstStyle/>
        <a:p>
          <a:r>
            <a:rPr lang="en-US"/>
            <a:t>CONSILIERE PSIHOLOGICĂ</a:t>
          </a:r>
        </a:p>
      </dgm:t>
    </dgm:pt>
    <dgm:pt modelId="{87167265-3470-4080-8C3A-92628507033F}" type="parTrans" cxnId="{D8467E5C-0F07-420D-A56B-2D8C5A8D6D64}">
      <dgm:prSet/>
      <dgm:spPr/>
      <dgm:t>
        <a:bodyPr/>
        <a:lstStyle/>
        <a:p>
          <a:endParaRPr lang="en-US"/>
        </a:p>
      </dgm:t>
    </dgm:pt>
    <dgm:pt modelId="{51A73664-AA16-4C31-AC7F-4CA7BDFD00D0}" type="sibTrans" cxnId="{D8467E5C-0F07-420D-A56B-2D8C5A8D6D64}">
      <dgm:prSet/>
      <dgm:spPr/>
      <dgm:t>
        <a:bodyPr/>
        <a:lstStyle/>
        <a:p>
          <a:endParaRPr lang="en-US"/>
        </a:p>
      </dgm:t>
    </dgm:pt>
    <dgm:pt modelId="{397793EA-2FFD-4BEA-A06B-D4BA8C0B38A2}">
      <dgm:prSet/>
      <dgm:spPr/>
      <dgm:t>
        <a:bodyPr/>
        <a:lstStyle/>
        <a:p>
          <a:r>
            <a:rPr lang="en-US"/>
            <a:t>CONSILIERE SOCIALĂ</a:t>
          </a:r>
        </a:p>
      </dgm:t>
    </dgm:pt>
    <dgm:pt modelId="{B614D44B-4A1C-4B95-9B22-BEFFCA4DE742}" type="parTrans" cxnId="{CBE85CBE-1381-4E01-B841-BAE81564F331}">
      <dgm:prSet/>
      <dgm:spPr/>
      <dgm:t>
        <a:bodyPr/>
        <a:lstStyle/>
        <a:p>
          <a:endParaRPr lang="en-US"/>
        </a:p>
      </dgm:t>
    </dgm:pt>
    <dgm:pt modelId="{E5646EF0-2460-4182-8CD8-54AFA9BC2460}" type="sibTrans" cxnId="{CBE85CBE-1381-4E01-B841-BAE81564F331}">
      <dgm:prSet/>
      <dgm:spPr/>
      <dgm:t>
        <a:bodyPr/>
        <a:lstStyle/>
        <a:p>
          <a:endParaRPr lang="en-US"/>
        </a:p>
      </dgm:t>
    </dgm:pt>
    <dgm:pt modelId="{8165AD0A-A8DE-42E3-B9D5-4B1216983B18}">
      <dgm:prSet/>
      <dgm:spPr/>
      <dgm:t>
        <a:bodyPr/>
        <a:lstStyle/>
        <a:p>
          <a:r>
            <a:rPr lang="en-US"/>
            <a:t>CONSILIERE FINANCIARĂ ȘI ANTREPRENORIAT SOCIAL</a:t>
          </a:r>
        </a:p>
      </dgm:t>
    </dgm:pt>
    <dgm:pt modelId="{C2528255-7C78-4B81-B90C-34F65ADDC2F2}" type="parTrans" cxnId="{4C1A05B3-761E-4AEC-B989-6C5D64C6B42A}">
      <dgm:prSet/>
      <dgm:spPr/>
      <dgm:t>
        <a:bodyPr/>
        <a:lstStyle/>
        <a:p>
          <a:endParaRPr lang="en-US"/>
        </a:p>
      </dgm:t>
    </dgm:pt>
    <dgm:pt modelId="{9BAA661D-4C36-4177-A98C-673D9F500D08}" type="sibTrans" cxnId="{4C1A05B3-761E-4AEC-B989-6C5D64C6B42A}">
      <dgm:prSet/>
      <dgm:spPr/>
      <dgm:t>
        <a:bodyPr/>
        <a:lstStyle/>
        <a:p>
          <a:endParaRPr lang="en-US"/>
        </a:p>
      </dgm:t>
    </dgm:pt>
    <dgm:pt modelId="{4DF729D8-066E-47E9-9A23-6810E980F28B}">
      <dgm:prSet/>
      <dgm:spPr/>
      <dgm:t>
        <a:bodyPr/>
        <a:lstStyle/>
        <a:p>
          <a:r>
            <a:rPr lang="en-US"/>
            <a:t>EGALITĂȚI DE GEN ȘI SUSȚINEREA MINORITĂȚILOR </a:t>
          </a:r>
        </a:p>
      </dgm:t>
    </dgm:pt>
    <dgm:pt modelId="{E7E071E9-47D8-463C-B7AF-5776ABBF56CB}" type="parTrans" cxnId="{2AE0BFA1-29BD-4EED-B6B1-A230571A8307}">
      <dgm:prSet/>
      <dgm:spPr/>
      <dgm:t>
        <a:bodyPr/>
        <a:lstStyle/>
        <a:p>
          <a:endParaRPr lang="en-US"/>
        </a:p>
      </dgm:t>
    </dgm:pt>
    <dgm:pt modelId="{E57B0A92-5108-4F4F-9B19-59ED7870CD5C}" type="sibTrans" cxnId="{2AE0BFA1-29BD-4EED-B6B1-A230571A8307}">
      <dgm:prSet/>
      <dgm:spPr/>
      <dgm:t>
        <a:bodyPr/>
        <a:lstStyle/>
        <a:p>
          <a:endParaRPr lang="en-US"/>
        </a:p>
      </dgm:t>
    </dgm:pt>
    <dgm:pt modelId="{16E49468-3114-4037-B06B-7CB87D73244A}">
      <dgm:prSet/>
      <dgm:spPr/>
      <dgm:t>
        <a:bodyPr/>
        <a:lstStyle/>
        <a:p>
          <a:r>
            <a:rPr lang="en-US"/>
            <a:t>MARKETING/MEDIA/PR</a:t>
          </a:r>
        </a:p>
      </dgm:t>
    </dgm:pt>
    <dgm:pt modelId="{5B863026-0DEC-4523-A2BC-E3F830818331}" type="parTrans" cxnId="{373A14EE-371A-46D8-98B5-A2C876283187}">
      <dgm:prSet/>
      <dgm:spPr/>
      <dgm:t>
        <a:bodyPr/>
        <a:lstStyle/>
        <a:p>
          <a:endParaRPr lang="en-US"/>
        </a:p>
      </dgm:t>
    </dgm:pt>
    <dgm:pt modelId="{0D51E066-B6E2-4996-BAD8-3E916F5EE1DD}" type="sibTrans" cxnId="{373A14EE-371A-46D8-98B5-A2C876283187}">
      <dgm:prSet/>
      <dgm:spPr/>
      <dgm:t>
        <a:bodyPr/>
        <a:lstStyle/>
        <a:p>
          <a:endParaRPr lang="en-US"/>
        </a:p>
      </dgm:t>
    </dgm:pt>
    <dgm:pt modelId="{458BE97E-F872-41EA-A09B-212352545671}">
      <dgm:prSet/>
      <dgm:spPr/>
      <dgm:t>
        <a:bodyPr/>
        <a:lstStyle/>
        <a:p>
          <a:r>
            <a:rPr lang="en-US"/>
            <a:t>DEPARTAMENTUL JURIDIC</a:t>
          </a:r>
        </a:p>
      </dgm:t>
    </dgm:pt>
    <dgm:pt modelId="{6039DF96-BB19-417F-A063-4FFB57CFF5A7}" type="parTrans" cxnId="{C73D2288-82FC-434C-84FA-648CC3FDEECB}">
      <dgm:prSet/>
      <dgm:spPr/>
      <dgm:t>
        <a:bodyPr/>
        <a:lstStyle/>
        <a:p>
          <a:endParaRPr lang="en-US"/>
        </a:p>
      </dgm:t>
    </dgm:pt>
    <dgm:pt modelId="{009BDAD9-8048-4D53-8E9A-4F3D0578DFE9}" type="sibTrans" cxnId="{C73D2288-82FC-434C-84FA-648CC3FDEECB}">
      <dgm:prSet/>
      <dgm:spPr/>
      <dgm:t>
        <a:bodyPr/>
        <a:lstStyle/>
        <a:p>
          <a:endParaRPr lang="en-US"/>
        </a:p>
      </dgm:t>
    </dgm:pt>
    <dgm:pt modelId="{03483FCB-9664-423A-8E4A-592F4906AF19}">
      <dgm:prSet/>
      <dgm:spPr/>
      <dgm:t>
        <a:bodyPr/>
        <a:lstStyle/>
        <a:p>
          <a:r>
            <a:rPr lang="en-US"/>
            <a:t>EXCURSII ȘI TABERE</a:t>
          </a:r>
        </a:p>
      </dgm:t>
    </dgm:pt>
    <dgm:pt modelId="{312AB0CD-3311-4BCC-A99A-D5F9CA0C07CA}" type="parTrans" cxnId="{CFBB97D9-6773-4BBB-AD6E-9B0AB485E928}">
      <dgm:prSet/>
      <dgm:spPr/>
      <dgm:t>
        <a:bodyPr/>
        <a:lstStyle/>
        <a:p>
          <a:endParaRPr lang="en-US"/>
        </a:p>
      </dgm:t>
    </dgm:pt>
    <dgm:pt modelId="{D15AA99C-311A-41A5-A2B2-A8B770938671}" type="sibTrans" cxnId="{CFBB97D9-6773-4BBB-AD6E-9B0AB485E928}">
      <dgm:prSet/>
      <dgm:spPr/>
      <dgm:t>
        <a:bodyPr/>
        <a:lstStyle/>
        <a:p>
          <a:endParaRPr lang="en-US"/>
        </a:p>
      </dgm:t>
    </dgm:pt>
    <dgm:pt modelId="{A4060289-87C4-427C-87ED-53153F6FBE7D}">
      <dgm:prSet/>
      <dgm:spPr/>
      <dgm:t>
        <a:bodyPr/>
        <a:lstStyle/>
        <a:p>
          <a:r>
            <a:rPr lang="en-US"/>
            <a:t>DEPARTAMENTUL DE ELABORARE A POLITICILOR ȘI AMENDAMENTELOR LEGISLATIVE ÎN DOMENIUL EDUCAȚIEI ȘI AL DREPTULUI FAMILIEI</a:t>
          </a:r>
        </a:p>
      </dgm:t>
    </dgm:pt>
    <dgm:pt modelId="{55FC999E-3F8E-43E7-A1E9-4F9ED7C6206D}" type="parTrans" cxnId="{AA9423ED-7D0E-49EC-829A-63A3F92793A0}">
      <dgm:prSet/>
      <dgm:spPr/>
      <dgm:t>
        <a:bodyPr/>
        <a:lstStyle/>
        <a:p>
          <a:endParaRPr lang="en-US"/>
        </a:p>
      </dgm:t>
    </dgm:pt>
    <dgm:pt modelId="{C7CEF7FE-8426-4793-BA65-EA30F3939A64}" type="sibTrans" cxnId="{AA9423ED-7D0E-49EC-829A-63A3F92793A0}">
      <dgm:prSet/>
      <dgm:spPr/>
      <dgm:t>
        <a:bodyPr/>
        <a:lstStyle/>
        <a:p>
          <a:endParaRPr lang="en-US"/>
        </a:p>
      </dgm:t>
    </dgm:pt>
    <dgm:pt modelId="{B82970EF-65AD-4C49-857D-7DB800076202}">
      <dgm:prSet/>
      <dgm:spPr/>
      <dgm:t>
        <a:bodyPr/>
        <a:lstStyle/>
        <a:p>
          <a:r>
            <a:rPr lang="en-US"/>
            <a:t>DEPARTAMENTUL DE PETIȚII, SUGESTII ȘI RECLAMAȚII</a:t>
          </a:r>
        </a:p>
      </dgm:t>
    </dgm:pt>
    <dgm:pt modelId="{561867C2-3D53-4DD9-8E73-B0C26D9E01D1}" type="parTrans" cxnId="{D3E3856F-9166-41EC-895E-5E7011CD7413}">
      <dgm:prSet/>
      <dgm:spPr/>
      <dgm:t>
        <a:bodyPr/>
        <a:lstStyle/>
        <a:p>
          <a:endParaRPr lang="en-US"/>
        </a:p>
      </dgm:t>
    </dgm:pt>
    <dgm:pt modelId="{BDA9E032-AD97-4C51-865D-CC8DF8D615B3}" type="sibTrans" cxnId="{D3E3856F-9166-41EC-895E-5E7011CD7413}">
      <dgm:prSet/>
      <dgm:spPr/>
      <dgm:t>
        <a:bodyPr/>
        <a:lstStyle/>
        <a:p>
          <a:endParaRPr lang="en-US"/>
        </a:p>
      </dgm:t>
    </dgm:pt>
    <dgm:pt modelId="{6025C033-6D6B-40DA-A8E9-BFDD3664ECF6}">
      <dgm:prSet/>
      <dgm:spPr/>
      <dgm:t>
        <a:bodyPr/>
        <a:lstStyle/>
        <a:p>
          <a:r>
            <a:rPr lang="en-US"/>
            <a:t>DEPARTAMENTUL DE DEZVOLTARE ȘI ELABORARE DE PROIECTE</a:t>
          </a:r>
        </a:p>
      </dgm:t>
    </dgm:pt>
    <dgm:pt modelId="{11C73C7B-272C-4D29-B131-2EEF23424AC3}" type="parTrans" cxnId="{B3B57B0E-8AD3-45FB-B879-1F2E351F4298}">
      <dgm:prSet/>
      <dgm:spPr/>
      <dgm:t>
        <a:bodyPr/>
        <a:lstStyle/>
        <a:p>
          <a:endParaRPr lang="en-US"/>
        </a:p>
      </dgm:t>
    </dgm:pt>
    <dgm:pt modelId="{68D04DB0-03C9-45B3-9D85-BC70AE107DED}" type="sibTrans" cxnId="{B3B57B0E-8AD3-45FB-B879-1F2E351F4298}">
      <dgm:prSet/>
      <dgm:spPr/>
      <dgm:t>
        <a:bodyPr/>
        <a:lstStyle/>
        <a:p>
          <a:endParaRPr lang="en-US"/>
        </a:p>
      </dgm:t>
    </dgm:pt>
    <dgm:pt modelId="{BA966FE8-3DE4-491B-963E-F65BB94965DB}">
      <dgm:prSet/>
      <dgm:spPr/>
      <dgm:t>
        <a:bodyPr/>
        <a:lstStyle/>
        <a:p>
          <a:r>
            <a:rPr lang="en-US"/>
            <a:t>DEPARTAMENTUL DE FUNDRAISING</a:t>
          </a:r>
        </a:p>
      </dgm:t>
    </dgm:pt>
    <dgm:pt modelId="{7DC4521E-26A5-4F6D-A1C9-ECD07CE96472}" type="parTrans" cxnId="{4A4E48BB-2B03-4220-96AD-8856C21EE66B}">
      <dgm:prSet/>
      <dgm:spPr/>
      <dgm:t>
        <a:bodyPr/>
        <a:lstStyle/>
        <a:p>
          <a:endParaRPr lang="en-US"/>
        </a:p>
      </dgm:t>
    </dgm:pt>
    <dgm:pt modelId="{12350926-FA02-4281-AA51-09AA4162EBBA}" type="sibTrans" cxnId="{4A4E48BB-2B03-4220-96AD-8856C21EE66B}">
      <dgm:prSet/>
      <dgm:spPr/>
      <dgm:t>
        <a:bodyPr/>
        <a:lstStyle/>
        <a:p>
          <a:endParaRPr lang="en-US"/>
        </a:p>
      </dgm:t>
    </dgm:pt>
    <dgm:pt modelId="{BE03C8A7-F486-4E50-A483-0FAAA416F994}">
      <dgm:prSet/>
      <dgm:spPr/>
      <dgm:t>
        <a:bodyPr/>
        <a:lstStyle/>
        <a:p>
          <a:r>
            <a:rPr lang="en-US"/>
            <a:t>DEPARTAMENTUL DE ADOPȚII </a:t>
          </a:r>
        </a:p>
      </dgm:t>
    </dgm:pt>
    <dgm:pt modelId="{CE1019FD-14C6-41F7-ACB7-2AA748B20EA0}" type="parTrans" cxnId="{5E689951-29BB-4993-886B-A17B4178B4CD}">
      <dgm:prSet/>
      <dgm:spPr/>
      <dgm:t>
        <a:bodyPr/>
        <a:lstStyle/>
        <a:p>
          <a:endParaRPr lang="en-US"/>
        </a:p>
      </dgm:t>
    </dgm:pt>
    <dgm:pt modelId="{0ED246DA-BA03-4E6C-B22C-07CA2AD2DA18}" type="sibTrans" cxnId="{5E689951-29BB-4993-886B-A17B4178B4CD}">
      <dgm:prSet/>
      <dgm:spPr/>
      <dgm:t>
        <a:bodyPr/>
        <a:lstStyle/>
        <a:p>
          <a:endParaRPr lang="en-US"/>
        </a:p>
      </dgm:t>
    </dgm:pt>
    <dgm:pt modelId="{449B1FDB-AFCF-4464-94DC-CED12B64D37C}">
      <dgm:prSet/>
      <dgm:spPr/>
      <dgm:t>
        <a:bodyPr/>
        <a:lstStyle/>
        <a:p>
          <a:r>
            <a:rPr lang="en-US"/>
            <a:t>DEPARTAMENTUL DE VOLUNTARIAT</a:t>
          </a:r>
        </a:p>
      </dgm:t>
    </dgm:pt>
    <dgm:pt modelId="{90DE5BB3-CD59-419A-BE80-C87AB3F404CE}" type="parTrans" cxnId="{71EC98B7-639F-4729-AE2F-1705EF12C354}">
      <dgm:prSet/>
      <dgm:spPr/>
      <dgm:t>
        <a:bodyPr/>
        <a:lstStyle/>
        <a:p>
          <a:endParaRPr lang="en-US"/>
        </a:p>
      </dgm:t>
    </dgm:pt>
    <dgm:pt modelId="{F7ECE49A-880E-4192-9A34-B5B4FD6D8A9C}" type="sibTrans" cxnId="{71EC98B7-639F-4729-AE2F-1705EF12C354}">
      <dgm:prSet/>
      <dgm:spPr/>
      <dgm:t>
        <a:bodyPr/>
        <a:lstStyle/>
        <a:p>
          <a:endParaRPr lang="en-US"/>
        </a:p>
      </dgm:t>
    </dgm:pt>
    <dgm:pt modelId="{0C0B9A47-1CC7-4F2E-9070-8ABA0028770A}" type="pres">
      <dgm:prSet presAssocID="{AD2139C9-7F2A-43DE-89AD-CD880155A84F}" presName="Name0" presStyleCnt="0">
        <dgm:presLayoutVars>
          <dgm:dir/>
          <dgm:resizeHandles val="exact"/>
        </dgm:presLayoutVars>
      </dgm:prSet>
      <dgm:spPr/>
    </dgm:pt>
    <dgm:pt modelId="{E561CB45-2BF3-4C1E-BBA9-921E81198871}" type="pres">
      <dgm:prSet presAssocID="{4568AA9C-9EA6-4354-A006-3C9A034D38B7}" presName="node" presStyleLbl="node1" presStyleIdx="0" presStyleCnt="14">
        <dgm:presLayoutVars>
          <dgm:bulletEnabled val="1"/>
        </dgm:presLayoutVars>
      </dgm:prSet>
      <dgm:spPr/>
    </dgm:pt>
    <dgm:pt modelId="{46E0E9DB-4635-4AD3-80D8-1B5B5653ABC3}" type="pres">
      <dgm:prSet presAssocID="{588D65DC-406B-42A7-AE1D-CECFA0CDC110}" presName="sibTrans" presStyleLbl="sibTrans1D1" presStyleIdx="0" presStyleCnt="13"/>
      <dgm:spPr/>
    </dgm:pt>
    <dgm:pt modelId="{5302EBB5-8C6C-40E7-9900-96637A1A581D}" type="pres">
      <dgm:prSet presAssocID="{588D65DC-406B-42A7-AE1D-CECFA0CDC110}" presName="connectorText" presStyleLbl="sibTrans1D1" presStyleIdx="0" presStyleCnt="13"/>
      <dgm:spPr/>
    </dgm:pt>
    <dgm:pt modelId="{4F7FE88B-59F2-420F-AE44-A38334694F25}" type="pres">
      <dgm:prSet presAssocID="{BA05AFF1-A074-4A7B-BC71-0EF1E72C7036}" presName="node" presStyleLbl="node1" presStyleIdx="1" presStyleCnt="14">
        <dgm:presLayoutVars>
          <dgm:bulletEnabled val="1"/>
        </dgm:presLayoutVars>
      </dgm:prSet>
      <dgm:spPr/>
    </dgm:pt>
    <dgm:pt modelId="{7025ACDF-5D4B-4B57-947C-592DF632D1CD}" type="pres">
      <dgm:prSet presAssocID="{51A73664-AA16-4C31-AC7F-4CA7BDFD00D0}" presName="sibTrans" presStyleLbl="sibTrans1D1" presStyleIdx="1" presStyleCnt="13"/>
      <dgm:spPr/>
    </dgm:pt>
    <dgm:pt modelId="{113940AE-B7B1-4AAA-93AF-8C905EEB5229}" type="pres">
      <dgm:prSet presAssocID="{51A73664-AA16-4C31-AC7F-4CA7BDFD00D0}" presName="connectorText" presStyleLbl="sibTrans1D1" presStyleIdx="1" presStyleCnt="13"/>
      <dgm:spPr/>
    </dgm:pt>
    <dgm:pt modelId="{BD3E7DE7-010C-4A4D-A035-779071B60031}" type="pres">
      <dgm:prSet presAssocID="{397793EA-2FFD-4BEA-A06B-D4BA8C0B38A2}" presName="node" presStyleLbl="node1" presStyleIdx="2" presStyleCnt="14">
        <dgm:presLayoutVars>
          <dgm:bulletEnabled val="1"/>
        </dgm:presLayoutVars>
      </dgm:prSet>
      <dgm:spPr/>
    </dgm:pt>
    <dgm:pt modelId="{C342802B-AA8F-4F92-A9FF-C15E9A595A36}" type="pres">
      <dgm:prSet presAssocID="{E5646EF0-2460-4182-8CD8-54AFA9BC2460}" presName="sibTrans" presStyleLbl="sibTrans1D1" presStyleIdx="2" presStyleCnt="13"/>
      <dgm:spPr/>
    </dgm:pt>
    <dgm:pt modelId="{CFDC8845-7398-4659-9E1B-09A004826B51}" type="pres">
      <dgm:prSet presAssocID="{E5646EF0-2460-4182-8CD8-54AFA9BC2460}" presName="connectorText" presStyleLbl="sibTrans1D1" presStyleIdx="2" presStyleCnt="13"/>
      <dgm:spPr/>
    </dgm:pt>
    <dgm:pt modelId="{745D71E9-91F9-44DD-AEFF-AC993DC50A11}" type="pres">
      <dgm:prSet presAssocID="{8165AD0A-A8DE-42E3-B9D5-4B1216983B18}" presName="node" presStyleLbl="node1" presStyleIdx="3" presStyleCnt="14">
        <dgm:presLayoutVars>
          <dgm:bulletEnabled val="1"/>
        </dgm:presLayoutVars>
      </dgm:prSet>
      <dgm:spPr/>
    </dgm:pt>
    <dgm:pt modelId="{5A39BD48-0761-44AE-A9C7-91B5AAEC6CF6}" type="pres">
      <dgm:prSet presAssocID="{9BAA661D-4C36-4177-A98C-673D9F500D08}" presName="sibTrans" presStyleLbl="sibTrans1D1" presStyleIdx="3" presStyleCnt="13"/>
      <dgm:spPr/>
    </dgm:pt>
    <dgm:pt modelId="{F520D7BD-78B7-4CE0-9CDA-E3600D7E889F}" type="pres">
      <dgm:prSet presAssocID="{9BAA661D-4C36-4177-A98C-673D9F500D08}" presName="connectorText" presStyleLbl="sibTrans1D1" presStyleIdx="3" presStyleCnt="13"/>
      <dgm:spPr/>
    </dgm:pt>
    <dgm:pt modelId="{C10551F8-2B96-4FBD-816B-C340E59CC25B}" type="pres">
      <dgm:prSet presAssocID="{4DF729D8-066E-47E9-9A23-6810E980F28B}" presName="node" presStyleLbl="node1" presStyleIdx="4" presStyleCnt="14">
        <dgm:presLayoutVars>
          <dgm:bulletEnabled val="1"/>
        </dgm:presLayoutVars>
      </dgm:prSet>
      <dgm:spPr/>
    </dgm:pt>
    <dgm:pt modelId="{698D20CB-DF48-4FCD-B24E-B64310D55220}" type="pres">
      <dgm:prSet presAssocID="{E57B0A92-5108-4F4F-9B19-59ED7870CD5C}" presName="sibTrans" presStyleLbl="sibTrans1D1" presStyleIdx="4" presStyleCnt="13"/>
      <dgm:spPr/>
    </dgm:pt>
    <dgm:pt modelId="{9F18B547-1FBF-419B-8325-E726B42F6A45}" type="pres">
      <dgm:prSet presAssocID="{E57B0A92-5108-4F4F-9B19-59ED7870CD5C}" presName="connectorText" presStyleLbl="sibTrans1D1" presStyleIdx="4" presStyleCnt="13"/>
      <dgm:spPr/>
    </dgm:pt>
    <dgm:pt modelId="{D67E4772-A6AC-4124-98AD-05EC8B9CDA83}" type="pres">
      <dgm:prSet presAssocID="{16E49468-3114-4037-B06B-7CB87D73244A}" presName="node" presStyleLbl="node1" presStyleIdx="5" presStyleCnt="14">
        <dgm:presLayoutVars>
          <dgm:bulletEnabled val="1"/>
        </dgm:presLayoutVars>
      </dgm:prSet>
      <dgm:spPr/>
    </dgm:pt>
    <dgm:pt modelId="{514F7425-07B7-42EF-88AC-10564BDEE649}" type="pres">
      <dgm:prSet presAssocID="{0D51E066-B6E2-4996-BAD8-3E916F5EE1DD}" presName="sibTrans" presStyleLbl="sibTrans1D1" presStyleIdx="5" presStyleCnt="13"/>
      <dgm:spPr/>
    </dgm:pt>
    <dgm:pt modelId="{0A5BD233-47B1-4DC3-8A83-F7BE56A62C1B}" type="pres">
      <dgm:prSet presAssocID="{0D51E066-B6E2-4996-BAD8-3E916F5EE1DD}" presName="connectorText" presStyleLbl="sibTrans1D1" presStyleIdx="5" presStyleCnt="13"/>
      <dgm:spPr/>
    </dgm:pt>
    <dgm:pt modelId="{206B0A5C-B852-4F59-A54D-F9417B41170E}" type="pres">
      <dgm:prSet presAssocID="{458BE97E-F872-41EA-A09B-212352545671}" presName="node" presStyleLbl="node1" presStyleIdx="6" presStyleCnt="14">
        <dgm:presLayoutVars>
          <dgm:bulletEnabled val="1"/>
        </dgm:presLayoutVars>
      </dgm:prSet>
      <dgm:spPr/>
    </dgm:pt>
    <dgm:pt modelId="{F0BA5849-70AE-4C19-B9D9-90762AC04603}" type="pres">
      <dgm:prSet presAssocID="{009BDAD9-8048-4D53-8E9A-4F3D0578DFE9}" presName="sibTrans" presStyleLbl="sibTrans1D1" presStyleIdx="6" presStyleCnt="13"/>
      <dgm:spPr/>
    </dgm:pt>
    <dgm:pt modelId="{F04363AB-8853-40B1-985E-32110E8B99D8}" type="pres">
      <dgm:prSet presAssocID="{009BDAD9-8048-4D53-8E9A-4F3D0578DFE9}" presName="connectorText" presStyleLbl="sibTrans1D1" presStyleIdx="6" presStyleCnt="13"/>
      <dgm:spPr/>
    </dgm:pt>
    <dgm:pt modelId="{3F08A5B0-D5FA-4E85-B865-4627E4EC79A1}" type="pres">
      <dgm:prSet presAssocID="{03483FCB-9664-423A-8E4A-592F4906AF19}" presName="node" presStyleLbl="node1" presStyleIdx="7" presStyleCnt="14">
        <dgm:presLayoutVars>
          <dgm:bulletEnabled val="1"/>
        </dgm:presLayoutVars>
      </dgm:prSet>
      <dgm:spPr/>
    </dgm:pt>
    <dgm:pt modelId="{A0945715-76B8-4D05-BB7C-93114C3EA160}" type="pres">
      <dgm:prSet presAssocID="{D15AA99C-311A-41A5-A2B2-A8B770938671}" presName="sibTrans" presStyleLbl="sibTrans1D1" presStyleIdx="7" presStyleCnt="13"/>
      <dgm:spPr/>
    </dgm:pt>
    <dgm:pt modelId="{D850F298-56AF-462B-A611-E38A3CB08DB4}" type="pres">
      <dgm:prSet presAssocID="{D15AA99C-311A-41A5-A2B2-A8B770938671}" presName="connectorText" presStyleLbl="sibTrans1D1" presStyleIdx="7" presStyleCnt="13"/>
      <dgm:spPr/>
    </dgm:pt>
    <dgm:pt modelId="{994F0742-5EDB-4E30-A73C-C85AC81BE28A}" type="pres">
      <dgm:prSet presAssocID="{A4060289-87C4-427C-87ED-53153F6FBE7D}" presName="node" presStyleLbl="node1" presStyleIdx="8" presStyleCnt="14">
        <dgm:presLayoutVars>
          <dgm:bulletEnabled val="1"/>
        </dgm:presLayoutVars>
      </dgm:prSet>
      <dgm:spPr/>
    </dgm:pt>
    <dgm:pt modelId="{0907EE17-0520-4154-BB6F-281B3CF833F5}" type="pres">
      <dgm:prSet presAssocID="{C7CEF7FE-8426-4793-BA65-EA30F3939A64}" presName="sibTrans" presStyleLbl="sibTrans1D1" presStyleIdx="8" presStyleCnt="13"/>
      <dgm:spPr/>
    </dgm:pt>
    <dgm:pt modelId="{B74BF58C-75AD-4721-B8FD-293B16556BC0}" type="pres">
      <dgm:prSet presAssocID="{C7CEF7FE-8426-4793-BA65-EA30F3939A64}" presName="connectorText" presStyleLbl="sibTrans1D1" presStyleIdx="8" presStyleCnt="13"/>
      <dgm:spPr/>
    </dgm:pt>
    <dgm:pt modelId="{D0654484-6652-4DC1-A9B9-1AFC17221516}" type="pres">
      <dgm:prSet presAssocID="{B82970EF-65AD-4C49-857D-7DB800076202}" presName="node" presStyleLbl="node1" presStyleIdx="9" presStyleCnt="14">
        <dgm:presLayoutVars>
          <dgm:bulletEnabled val="1"/>
        </dgm:presLayoutVars>
      </dgm:prSet>
      <dgm:spPr/>
    </dgm:pt>
    <dgm:pt modelId="{3C3BF581-1ED9-48AD-8672-F3A6C2F44127}" type="pres">
      <dgm:prSet presAssocID="{BDA9E032-AD97-4C51-865D-CC8DF8D615B3}" presName="sibTrans" presStyleLbl="sibTrans1D1" presStyleIdx="9" presStyleCnt="13"/>
      <dgm:spPr/>
    </dgm:pt>
    <dgm:pt modelId="{DFB77A8E-ABEC-4E24-A470-A232FE457A9A}" type="pres">
      <dgm:prSet presAssocID="{BDA9E032-AD97-4C51-865D-CC8DF8D615B3}" presName="connectorText" presStyleLbl="sibTrans1D1" presStyleIdx="9" presStyleCnt="13"/>
      <dgm:spPr/>
    </dgm:pt>
    <dgm:pt modelId="{E37EC6BE-37E3-42F7-B630-25DAC6D51C0B}" type="pres">
      <dgm:prSet presAssocID="{6025C033-6D6B-40DA-A8E9-BFDD3664ECF6}" presName="node" presStyleLbl="node1" presStyleIdx="10" presStyleCnt="14">
        <dgm:presLayoutVars>
          <dgm:bulletEnabled val="1"/>
        </dgm:presLayoutVars>
      </dgm:prSet>
      <dgm:spPr/>
    </dgm:pt>
    <dgm:pt modelId="{EF8289B4-7E43-4DC9-BB63-603CA1984065}" type="pres">
      <dgm:prSet presAssocID="{68D04DB0-03C9-45B3-9D85-BC70AE107DED}" presName="sibTrans" presStyleLbl="sibTrans1D1" presStyleIdx="10" presStyleCnt="13"/>
      <dgm:spPr/>
    </dgm:pt>
    <dgm:pt modelId="{D271C8D7-8F77-4B0B-AFF2-A32F5CBB8AEB}" type="pres">
      <dgm:prSet presAssocID="{68D04DB0-03C9-45B3-9D85-BC70AE107DED}" presName="connectorText" presStyleLbl="sibTrans1D1" presStyleIdx="10" presStyleCnt="13"/>
      <dgm:spPr/>
    </dgm:pt>
    <dgm:pt modelId="{A5855896-5EEE-499C-9053-BBE16F299EC8}" type="pres">
      <dgm:prSet presAssocID="{BA966FE8-3DE4-491B-963E-F65BB94965DB}" presName="node" presStyleLbl="node1" presStyleIdx="11" presStyleCnt="14">
        <dgm:presLayoutVars>
          <dgm:bulletEnabled val="1"/>
        </dgm:presLayoutVars>
      </dgm:prSet>
      <dgm:spPr/>
    </dgm:pt>
    <dgm:pt modelId="{88FA074C-7EA8-4843-ADDC-941697B16C36}" type="pres">
      <dgm:prSet presAssocID="{12350926-FA02-4281-AA51-09AA4162EBBA}" presName="sibTrans" presStyleLbl="sibTrans1D1" presStyleIdx="11" presStyleCnt="13"/>
      <dgm:spPr/>
    </dgm:pt>
    <dgm:pt modelId="{E30569B6-D1E0-4A40-869E-7F4BAECFBED5}" type="pres">
      <dgm:prSet presAssocID="{12350926-FA02-4281-AA51-09AA4162EBBA}" presName="connectorText" presStyleLbl="sibTrans1D1" presStyleIdx="11" presStyleCnt="13"/>
      <dgm:spPr/>
    </dgm:pt>
    <dgm:pt modelId="{FBE5516A-8BCB-4B99-985A-5151E8A2A980}" type="pres">
      <dgm:prSet presAssocID="{BE03C8A7-F486-4E50-A483-0FAAA416F994}" presName="node" presStyleLbl="node1" presStyleIdx="12" presStyleCnt="14">
        <dgm:presLayoutVars>
          <dgm:bulletEnabled val="1"/>
        </dgm:presLayoutVars>
      </dgm:prSet>
      <dgm:spPr/>
    </dgm:pt>
    <dgm:pt modelId="{13EBFF04-6AC4-4094-ADDF-BFBFF053F831}" type="pres">
      <dgm:prSet presAssocID="{0ED246DA-BA03-4E6C-B22C-07CA2AD2DA18}" presName="sibTrans" presStyleLbl="sibTrans1D1" presStyleIdx="12" presStyleCnt="13"/>
      <dgm:spPr/>
    </dgm:pt>
    <dgm:pt modelId="{6B25B309-D196-4FF0-A88E-4E67DC1EE63B}" type="pres">
      <dgm:prSet presAssocID="{0ED246DA-BA03-4E6C-B22C-07CA2AD2DA18}" presName="connectorText" presStyleLbl="sibTrans1D1" presStyleIdx="12" presStyleCnt="13"/>
      <dgm:spPr/>
    </dgm:pt>
    <dgm:pt modelId="{D5BD0A3E-CF16-4BAF-A8A6-555C1263F055}" type="pres">
      <dgm:prSet presAssocID="{449B1FDB-AFCF-4464-94DC-CED12B64D37C}" presName="node" presStyleLbl="node1" presStyleIdx="13" presStyleCnt="14">
        <dgm:presLayoutVars>
          <dgm:bulletEnabled val="1"/>
        </dgm:presLayoutVars>
      </dgm:prSet>
      <dgm:spPr/>
    </dgm:pt>
  </dgm:ptLst>
  <dgm:cxnLst>
    <dgm:cxn modelId="{21793507-689A-4B5E-85F2-442FE96F0DB3}" type="presOf" srcId="{16E49468-3114-4037-B06B-7CB87D73244A}" destId="{D67E4772-A6AC-4124-98AD-05EC8B9CDA83}" srcOrd="0" destOrd="0" presId="urn:microsoft.com/office/officeart/2016/7/layout/RepeatingBendingProcessNew"/>
    <dgm:cxn modelId="{D769120A-D2C2-40A1-96F7-D7E32EDBAD2D}" type="presOf" srcId="{C7CEF7FE-8426-4793-BA65-EA30F3939A64}" destId="{0907EE17-0520-4154-BB6F-281B3CF833F5}" srcOrd="0" destOrd="0" presId="urn:microsoft.com/office/officeart/2016/7/layout/RepeatingBendingProcessNew"/>
    <dgm:cxn modelId="{B3B57B0E-8AD3-45FB-B879-1F2E351F4298}" srcId="{AD2139C9-7F2A-43DE-89AD-CD880155A84F}" destId="{6025C033-6D6B-40DA-A8E9-BFDD3664ECF6}" srcOrd="10" destOrd="0" parTransId="{11C73C7B-272C-4D29-B131-2EEF23424AC3}" sibTransId="{68D04DB0-03C9-45B3-9D85-BC70AE107DED}"/>
    <dgm:cxn modelId="{6255210F-CF9E-405B-B6E9-7681A8747734}" type="presOf" srcId="{E57B0A92-5108-4F4F-9B19-59ED7870CD5C}" destId="{698D20CB-DF48-4FCD-B24E-B64310D55220}" srcOrd="0" destOrd="0" presId="urn:microsoft.com/office/officeart/2016/7/layout/RepeatingBendingProcessNew"/>
    <dgm:cxn modelId="{DA5C5410-BC59-4233-8817-00071FED65B7}" type="presOf" srcId="{68D04DB0-03C9-45B3-9D85-BC70AE107DED}" destId="{D271C8D7-8F77-4B0B-AFF2-A32F5CBB8AEB}" srcOrd="1" destOrd="0" presId="urn:microsoft.com/office/officeart/2016/7/layout/RepeatingBendingProcessNew"/>
    <dgm:cxn modelId="{BA866A29-859D-4778-A3DB-27816050753F}" type="presOf" srcId="{0ED246DA-BA03-4E6C-B22C-07CA2AD2DA18}" destId="{13EBFF04-6AC4-4094-ADDF-BFBFF053F831}" srcOrd="0" destOrd="0" presId="urn:microsoft.com/office/officeart/2016/7/layout/RepeatingBendingProcessNew"/>
    <dgm:cxn modelId="{0FFC282A-FDC8-4CF5-8EE7-45C9C521CFC2}" type="presOf" srcId="{0D51E066-B6E2-4996-BAD8-3E916F5EE1DD}" destId="{514F7425-07B7-42EF-88AC-10564BDEE649}" srcOrd="0" destOrd="0" presId="urn:microsoft.com/office/officeart/2016/7/layout/RepeatingBendingProcessNew"/>
    <dgm:cxn modelId="{76D97D35-FD39-4641-BCA6-8095A622859E}" type="presOf" srcId="{4DF729D8-066E-47E9-9A23-6810E980F28B}" destId="{C10551F8-2B96-4FBD-816B-C340E59CC25B}" srcOrd="0" destOrd="0" presId="urn:microsoft.com/office/officeart/2016/7/layout/RepeatingBendingProcessNew"/>
    <dgm:cxn modelId="{BEFF3038-ADD2-4289-AE12-68BF9E8BA49F}" type="presOf" srcId="{588D65DC-406B-42A7-AE1D-CECFA0CDC110}" destId="{46E0E9DB-4635-4AD3-80D8-1B5B5653ABC3}" srcOrd="0" destOrd="0" presId="urn:microsoft.com/office/officeart/2016/7/layout/RepeatingBendingProcessNew"/>
    <dgm:cxn modelId="{BBD7343C-491B-4F9E-95FA-BA53D85D0BC3}" type="presOf" srcId="{397793EA-2FFD-4BEA-A06B-D4BA8C0B38A2}" destId="{BD3E7DE7-010C-4A4D-A035-779071B60031}" srcOrd="0" destOrd="0" presId="urn:microsoft.com/office/officeart/2016/7/layout/RepeatingBendingProcessNew"/>
    <dgm:cxn modelId="{E2555A3F-FE51-43AC-99B5-3AB6AD814906}" type="presOf" srcId="{BE03C8A7-F486-4E50-A483-0FAAA416F994}" destId="{FBE5516A-8BCB-4B99-985A-5151E8A2A980}" srcOrd="0" destOrd="0" presId="urn:microsoft.com/office/officeart/2016/7/layout/RepeatingBendingProcessNew"/>
    <dgm:cxn modelId="{E4AC0D5C-0F50-4128-8BC1-3DBF749B92D9}" type="presOf" srcId="{588D65DC-406B-42A7-AE1D-CECFA0CDC110}" destId="{5302EBB5-8C6C-40E7-9900-96637A1A581D}" srcOrd="1" destOrd="0" presId="urn:microsoft.com/office/officeart/2016/7/layout/RepeatingBendingProcessNew"/>
    <dgm:cxn modelId="{9150115C-4B6A-4850-BE81-143DFA27377F}" type="presOf" srcId="{6025C033-6D6B-40DA-A8E9-BFDD3664ECF6}" destId="{E37EC6BE-37E3-42F7-B630-25DAC6D51C0B}" srcOrd="0" destOrd="0" presId="urn:microsoft.com/office/officeart/2016/7/layout/RepeatingBendingProcessNew"/>
    <dgm:cxn modelId="{D8467E5C-0F07-420D-A56B-2D8C5A8D6D64}" srcId="{AD2139C9-7F2A-43DE-89AD-CD880155A84F}" destId="{BA05AFF1-A074-4A7B-BC71-0EF1E72C7036}" srcOrd="1" destOrd="0" parTransId="{87167265-3470-4080-8C3A-92628507033F}" sibTransId="{51A73664-AA16-4C31-AC7F-4CA7BDFD00D0}"/>
    <dgm:cxn modelId="{BCC60962-735C-4015-BEB7-26DF96925BF0}" type="presOf" srcId="{12350926-FA02-4281-AA51-09AA4162EBBA}" destId="{E30569B6-D1E0-4A40-869E-7F4BAECFBED5}" srcOrd="1" destOrd="0" presId="urn:microsoft.com/office/officeart/2016/7/layout/RepeatingBendingProcessNew"/>
    <dgm:cxn modelId="{C6077E63-792E-471C-B398-EEE5445958A5}" type="presOf" srcId="{AD2139C9-7F2A-43DE-89AD-CD880155A84F}" destId="{0C0B9A47-1CC7-4F2E-9070-8ABA0028770A}" srcOrd="0" destOrd="0" presId="urn:microsoft.com/office/officeart/2016/7/layout/RepeatingBendingProcessNew"/>
    <dgm:cxn modelId="{F6748A66-049B-46FE-82AC-03440722134F}" type="presOf" srcId="{9BAA661D-4C36-4177-A98C-673D9F500D08}" destId="{F520D7BD-78B7-4CE0-9CDA-E3600D7E889F}" srcOrd="1" destOrd="0" presId="urn:microsoft.com/office/officeart/2016/7/layout/RepeatingBendingProcessNew"/>
    <dgm:cxn modelId="{2F799047-3B49-444B-A4F8-488A13D6CF25}" type="presOf" srcId="{BA05AFF1-A074-4A7B-BC71-0EF1E72C7036}" destId="{4F7FE88B-59F2-420F-AE44-A38334694F25}" srcOrd="0" destOrd="0" presId="urn:microsoft.com/office/officeart/2016/7/layout/RepeatingBendingProcessNew"/>
    <dgm:cxn modelId="{8D51224D-99A8-48DE-95FD-F16D4201CDEB}" type="presOf" srcId="{B82970EF-65AD-4C49-857D-7DB800076202}" destId="{D0654484-6652-4DC1-A9B9-1AFC17221516}" srcOrd="0" destOrd="0" presId="urn:microsoft.com/office/officeart/2016/7/layout/RepeatingBendingProcessNew"/>
    <dgm:cxn modelId="{D3E3856F-9166-41EC-895E-5E7011CD7413}" srcId="{AD2139C9-7F2A-43DE-89AD-CD880155A84F}" destId="{B82970EF-65AD-4C49-857D-7DB800076202}" srcOrd="9" destOrd="0" parTransId="{561867C2-3D53-4DD9-8E73-B0C26D9E01D1}" sibTransId="{BDA9E032-AD97-4C51-865D-CC8DF8D615B3}"/>
    <dgm:cxn modelId="{5E689951-29BB-4993-886B-A17B4178B4CD}" srcId="{AD2139C9-7F2A-43DE-89AD-CD880155A84F}" destId="{BE03C8A7-F486-4E50-A483-0FAAA416F994}" srcOrd="12" destOrd="0" parTransId="{CE1019FD-14C6-41F7-ACB7-2AA748B20EA0}" sibTransId="{0ED246DA-BA03-4E6C-B22C-07CA2AD2DA18}"/>
    <dgm:cxn modelId="{2E547572-0709-4260-A905-EB2188F896E9}" type="presOf" srcId="{9BAA661D-4C36-4177-A98C-673D9F500D08}" destId="{5A39BD48-0761-44AE-A9C7-91B5AAEC6CF6}" srcOrd="0" destOrd="0" presId="urn:microsoft.com/office/officeart/2016/7/layout/RepeatingBendingProcessNew"/>
    <dgm:cxn modelId="{8BDC3954-A556-4022-8BEB-F71F24398810}" type="presOf" srcId="{03483FCB-9664-423A-8E4A-592F4906AF19}" destId="{3F08A5B0-D5FA-4E85-B865-4627E4EC79A1}" srcOrd="0" destOrd="0" presId="urn:microsoft.com/office/officeart/2016/7/layout/RepeatingBendingProcessNew"/>
    <dgm:cxn modelId="{64FA6375-FE65-4FD9-B37E-132EA5812299}" type="presOf" srcId="{E5646EF0-2460-4182-8CD8-54AFA9BC2460}" destId="{CFDC8845-7398-4659-9E1B-09A004826B51}" srcOrd="1" destOrd="0" presId="urn:microsoft.com/office/officeart/2016/7/layout/RepeatingBendingProcessNew"/>
    <dgm:cxn modelId="{1C239657-AA42-46B5-911A-24DE0AAB9E59}" type="presOf" srcId="{68D04DB0-03C9-45B3-9D85-BC70AE107DED}" destId="{EF8289B4-7E43-4DC9-BB63-603CA1984065}" srcOrd="0" destOrd="0" presId="urn:microsoft.com/office/officeart/2016/7/layout/RepeatingBendingProcessNew"/>
    <dgm:cxn modelId="{84392F7A-D56D-4A1D-BBAB-430DD0137EDF}" type="presOf" srcId="{449B1FDB-AFCF-4464-94DC-CED12B64D37C}" destId="{D5BD0A3E-CF16-4BAF-A8A6-555C1263F055}" srcOrd="0" destOrd="0" presId="urn:microsoft.com/office/officeart/2016/7/layout/RepeatingBendingProcessNew"/>
    <dgm:cxn modelId="{E4543886-A907-4C07-A595-E6162C53772C}" type="presOf" srcId="{D15AA99C-311A-41A5-A2B2-A8B770938671}" destId="{D850F298-56AF-462B-A611-E38A3CB08DB4}" srcOrd="1" destOrd="0" presId="urn:microsoft.com/office/officeart/2016/7/layout/RepeatingBendingProcessNew"/>
    <dgm:cxn modelId="{C73D2288-82FC-434C-84FA-648CC3FDEECB}" srcId="{AD2139C9-7F2A-43DE-89AD-CD880155A84F}" destId="{458BE97E-F872-41EA-A09B-212352545671}" srcOrd="6" destOrd="0" parTransId="{6039DF96-BB19-417F-A063-4FFB57CFF5A7}" sibTransId="{009BDAD9-8048-4D53-8E9A-4F3D0578DFE9}"/>
    <dgm:cxn modelId="{6B2E318B-5FDD-4B44-BDEB-D12D2A5EBEEB}" type="presOf" srcId="{51A73664-AA16-4C31-AC7F-4CA7BDFD00D0}" destId="{7025ACDF-5D4B-4B57-947C-592DF632D1CD}" srcOrd="0" destOrd="0" presId="urn:microsoft.com/office/officeart/2016/7/layout/RepeatingBendingProcessNew"/>
    <dgm:cxn modelId="{15192A8C-2C27-4EB7-8B3B-9B13F058F44A}" type="presOf" srcId="{BDA9E032-AD97-4C51-865D-CC8DF8D615B3}" destId="{3C3BF581-1ED9-48AD-8672-F3A6C2F44127}" srcOrd="0" destOrd="0" presId="urn:microsoft.com/office/officeart/2016/7/layout/RepeatingBendingProcessNew"/>
    <dgm:cxn modelId="{2AE0BFA1-29BD-4EED-B6B1-A230571A8307}" srcId="{AD2139C9-7F2A-43DE-89AD-CD880155A84F}" destId="{4DF729D8-066E-47E9-9A23-6810E980F28B}" srcOrd="4" destOrd="0" parTransId="{E7E071E9-47D8-463C-B7AF-5776ABBF56CB}" sibTransId="{E57B0A92-5108-4F4F-9B19-59ED7870CD5C}"/>
    <dgm:cxn modelId="{4AE14DAC-3208-41F8-9C51-51E020FE7D1D}" type="presOf" srcId="{A4060289-87C4-427C-87ED-53153F6FBE7D}" destId="{994F0742-5EDB-4E30-A73C-C85AC81BE28A}" srcOrd="0" destOrd="0" presId="urn:microsoft.com/office/officeart/2016/7/layout/RepeatingBendingProcessNew"/>
    <dgm:cxn modelId="{4C1A05B3-761E-4AEC-B989-6C5D64C6B42A}" srcId="{AD2139C9-7F2A-43DE-89AD-CD880155A84F}" destId="{8165AD0A-A8DE-42E3-B9D5-4B1216983B18}" srcOrd="3" destOrd="0" parTransId="{C2528255-7C78-4B81-B90C-34F65ADDC2F2}" sibTransId="{9BAA661D-4C36-4177-A98C-673D9F500D08}"/>
    <dgm:cxn modelId="{71EC98B7-639F-4729-AE2F-1705EF12C354}" srcId="{AD2139C9-7F2A-43DE-89AD-CD880155A84F}" destId="{449B1FDB-AFCF-4464-94DC-CED12B64D37C}" srcOrd="13" destOrd="0" parTransId="{90DE5BB3-CD59-419A-BE80-C87AB3F404CE}" sibTransId="{F7ECE49A-880E-4192-9A34-B5B4FD6D8A9C}"/>
    <dgm:cxn modelId="{4A4E48BB-2B03-4220-96AD-8856C21EE66B}" srcId="{AD2139C9-7F2A-43DE-89AD-CD880155A84F}" destId="{BA966FE8-3DE4-491B-963E-F65BB94965DB}" srcOrd="11" destOrd="0" parTransId="{7DC4521E-26A5-4F6D-A1C9-ECD07CE96472}" sibTransId="{12350926-FA02-4281-AA51-09AA4162EBBA}"/>
    <dgm:cxn modelId="{CBE85CBE-1381-4E01-B841-BAE81564F331}" srcId="{AD2139C9-7F2A-43DE-89AD-CD880155A84F}" destId="{397793EA-2FFD-4BEA-A06B-D4BA8C0B38A2}" srcOrd="2" destOrd="0" parTransId="{B614D44B-4A1C-4B95-9B22-BEFFCA4DE742}" sibTransId="{E5646EF0-2460-4182-8CD8-54AFA9BC2460}"/>
    <dgm:cxn modelId="{6AEA2FC5-4E84-441D-9809-C7373B3263C4}" type="presOf" srcId="{0D51E066-B6E2-4996-BAD8-3E916F5EE1DD}" destId="{0A5BD233-47B1-4DC3-8A83-F7BE56A62C1B}" srcOrd="1" destOrd="0" presId="urn:microsoft.com/office/officeart/2016/7/layout/RepeatingBendingProcessNew"/>
    <dgm:cxn modelId="{83162ECC-DA4A-4227-B1C6-721076F46AFB}" type="presOf" srcId="{E5646EF0-2460-4182-8CD8-54AFA9BC2460}" destId="{C342802B-AA8F-4F92-A9FF-C15E9A595A36}" srcOrd="0" destOrd="0" presId="urn:microsoft.com/office/officeart/2016/7/layout/RepeatingBendingProcessNew"/>
    <dgm:cxn modelId="{E1D103CD-C4D4-4985-B59D-CFB188D55BE7}" type="presOf" srcId="{C7CEF7FE-8426-4793-BA65-EA30F3939A64}" destId="{B74BF58C-75AD-4721-B8FD-293B16556BC0}" srcOrd="1" destOrd="0" presId="urn:microsoft.com/office/officeart/2016/7/layout/RepeatingBendingProcessNew"/>
    <dgm:cxn modelId="{8A4A3ECD-AC22-4305-9A9A-C129AE121EE3}" type="presOf" srcId="{009BDAD9-8048-4D53-8E9A-4F3D0578DFE9}" destId="{F04363AB-8853-40B1-985E-32110E8B99D8}" srcOrd="1" destOrd="0" presId="urn:microsoft.com/office/officeart/2016/7/layout/RepeatingBendingProcessNew"/>
    <dgm:cxn modelId="{19EE4CCD-64B0-4E19-9571-2D89AA2B11CA}" type="presOf" srcId="{4568AA9C-9EA6-4354-A006-3C9A034D38B7}" destId="{E561CB45-2BF3-4C1E-BBA9-921E81198871}" srcOrd="0" destOrd="0" presId="urn:microsoft.com/office/officeart/2016/7/layout/RepeatingBendingProcessNew"/>
    <dgm:cxn modelId="{803643CF-DE4F-4C62-8DCD-E0E9223A95AC}" type="presOf" srcId="{51A73664-AA16-4C31-AC7F-4CA7BDFD00D0}" destId="{113940AE-B7B1-4AAA-93AF-8C905EEB5229}" srcOrd="1" destOrd="0" presId="urn:microsoft.com/office/officeart/2016/7/layout/RepeatingBendingProcessNew"/>
    <dgm:cxn modelId="{541967CF-A890-4D2C-98B0-86F65722ECAB}" type="presOf" srcId="{E57B0A92-5108-4F4F-9B19-59ED7870CD5C}" destId="{9F18B547-1FBF-419B-8325-E726B42F6A45}" srcOrd="1" destOrd="0" presId="urn:microsoft.com/office/officeart/2016/7/layout/RepeatingBendingProcessNew"/>
    <dgm:cxn modelId="{65AD9ED0-12FC-4FD3-A447-B5C0D463B29B}" type="presOf" srcId="{009BDAD9-8048-4D53-8E9A-4F3D0578DFE9}" destId="{F0BA5849-70AE-4C19-B9D9-90762AC04603}" srcOrd="0" destOrd="0" presId="urn:microsoft.com/office/officeart/2016/7/layout/RepeatingBendingProcessNew"/>
    <dgm:cxn modelId="{F30BC6D1-BDD5-4149-8538-59D28B765292}" type="presOf" srcId="{458BE97E-F872-41EA-A09B-212352545671}" destId="{206B0A5C-B852-4F59-A54D-F9417B41170E}" srcOrd="0" destOrd="0" presId="urn:microsoft.com/office/officeart/2016/7/layout/RepeatingBendingProcessNew"/>
    <dgm:cxn modelId="{CFBB97D9-6773-4BBB-AD6E-9B0AB485E928}" srcId="{AD2139C9-7F2A-43DE-89AD-CD880155A84F}" destId="{03483FCB-9664-423A-8E4A-592F4906AF19}" srcOrd="7" destOrd="0" parTransId="{312AB0CD-3311-4BCC-A99A-D5F9CA0C07CA}" sibTransId="{D15AA99C-311A-41A5-A2B2-A8B770938671}"/>
    <dgm:cxn modelId="{61B639DD-D8B3-458B-80E2-E3BCD3142ADA}" type="presOf" srcId="{12350926-FA02-4281-AA51-09AA4162EBBA}" destId="{88FA074C-7EA8-4843-ADDC-941697B16C36}" srcOrd="0" destOrd="0" presId="urn:microsoft.com/office/officeart/2016/7/layout/RepeatingBendingProcessNew"/>
    <dgm:cxn modelId="{264F2FE1-02E3-4951-8008-8CA82B8A2377}" type="presOf" srcId="{0ED246DA-BA03-4E6C-B22C-07CA2AD2DA18}" destId="{6B25B309-D196-4FF0-A88E-4E67DC1EE63B}" srcOrd="1" destOrd="0" presId="urn:microsoft.com/office/officeart/2016/7/layout/RepeatingBendingProcessNew"/>
    <dgm:cxn modelId="{9DFBBFE1-AAA2-4793-AB35-1A1C8C9C8FC6}" type="presOf" srcId="{BDA9E032-AD97-4C51-865D-CC8DF8D615B3}" destId="{DFB77A8E-ABEC-4E24-A470-A232FE457A9A}" srcOrd="1" destOrd="0" presId="urn:microsoft.com/office/officeart/2016/7/layout/RepeatingBendingProcessNew"/>
    <dgm:cxn modelId="{B30751E8-8B5C-48A0-9496-0D368B5479BB}" srcId="{AD2139C9-7F2A-43DE-89AD-CD880155A84F}" destId="{4568AA9C-9EA6-4354-A006-3C9A034D38B7}" srcOrd="0" destOrd="0" parTransId="{E4363CD3-DEFD-495E-9B94-86ACBF365662}" sibTransId="{588D65DC-406B-42A7-AE1D-CECFA0CDC110}"/>
    <dgm:cxn modelId="{AA9423ED-7D0E-49EC-829A-63A3F92793A0}" srcId="{AD2139C9-7F2A-43DE-89AD-CD880155A84F}" destId="{A4060289-87C4-427C-87ED-53153F6FBE7D}" srcOrd="8" destOrd="0" parTransId="{55FC999E-3F8E-43E7-A1E9-4F9ED7C6206D}" sibTransId="{C7CEF7FE-8426-4793-BA65-EA30F3939A64}"/>
    <dgm:cxn modelId="{373A14EE-371A-46D8-98B5-A2C876283187}" srcId="{AD2139C9-7F2A-43DE-89AD-CD880155A84F}" destId="{16E49468-3114-4037-B06B-7CB87D73244A}" srcOrd="5" destOrd="0" parTransId="{5B863026-0DEC-4523-A2BC-E3F830818331}" sibTransId="{0D51E066-B6E2-4996-BAD8-3E916F5EE1DD}"/>
    <dgm:cxn modelId="{DE2617F4-2583-40ED-B902-02FB80D87503}" type="presOf" srcId="{8165AD0A-A8DE-42E3-B9D5-4B1216983B18}" destId="{745D71E9-91F9-44DD-AEFF-AC993DC50A11}" srcOrd="0" destOrd="0" presId="urn:microsoft.com/office/officeart/2016/7/layout/RepeatingBendingProcessNew"/>
    <dgm:cxn modelId="{14BE3CF7-26E5-497D-A4BE-DC489ED9C761}" type="presOf" srcId="{BA966FE8-3DE4-491B-963E-F65BB94965DB}" destId="{A5855896-5EEE-499C-9053-BBE16F299EC8}" srcOrd="0" destOrd="0" presId="urn:microsoft.com/office/officeart/2016/7/layout/RepeatingBendingProcessNew"/>
    <dgm:cxn modelId="{1933ABFA-25A1-439A-B6CB-3D57DB41252A}" type="presOf" srcId="{D15AA99C-311A-41A5-A2B2-A8B770938671}" destId="{A0945715-76B8-4D05-BB7C-93114C3EA160}" srcOrd="0" destOrd="0" presId="urn:microsoft.com/office/officeart/2016/7/layout/RepeatingBendingProcessNew"/>
    <dgm:cxn modelId="{8AE39E1F-652F-49E1-BA0D-538552F3E8E6}" type="presParOf" srcId="{0C0B9A47-1CC7-4F2E-9070-8ABA0028770A}" destId="{E561CB45-2BF3-4C1E-BBA9-921E81198871}" srcOrd="0" destOrd="0" presId="urn:microsoft.com/office/officeart/2016/7/layout/RepeatingBendingProcessNew"/>
    <dgm:cxn modelId="{90423A3A-A9B8-4041-A571-F926D614F5F1}" type="presParOf" srcId="{0C0B9A47-1CC7-4F2E-9070-8ABA0028770A}" destId="{46E0E9DB-4635-4AD3-80D8-1B5B5653ABC3}" srcOrd="1" destOrd="0" presId="urn:microsoft.com/office/officeart/2016/7/layout/RepeatingBendingProcessNew"/>
    <dgm:cxn modelId="{7FD19AD0-82B7-42C9-9196-8E24DB45ACEE}" type="presParOf" srcId="{46E0E9DB-4635-4AD3-80D8-1B5B5653ABC3}" destId="{5302EBB5-8C6C-40E7-9900-96637A1A581D}" srcOrd="0" destOrd="0" presId="urn:microsoft.com/office/officeart/2016/7/layout/RepeatingBendingProcessNew"/>
    <dgm:cxn modelId="{F5482695-3560-423B-A28E-FF3390D51D9E}" type="presParOf" srcId="{0C0B9A47-1CC7-4F2E-9070-8ABA0028770A}" destId="{4F7FE88B-59F2-420F-AE44-A38334694F25}" srcOrd="2" destOrd="0" presId="urn:microsoft.com/office/officeart/2016/7/layout/RepeatingBendingProcessNew"/>
    <dgm:cxn modelId="{2BE4A062-F881-4DF3-B790-D95C104C6063}" type="presParOf" srcId="{0C0B9A47-1CC7-4F2E-9070-8ABA0028770A}" destId="{7025ACDF-5D4B-4B57-947C-592DF632D1CD}" srcOrd="3" destOrd="0" presId="urn:microsoft.com/office/officeart/2016/7/layout/RepeatingBendingProcessNew"/>
    <dgm:cxn modelId="{8FF6FD45-2154-4F34-9336-4616F2671940}" type="presParOf" srcId="{7025ACDF-5D4B-4B57-947C-592DF632D1CD}" destId="{113940AE-B7B1-4AAA-93AF-8C905EEB5229}" srcOrd="0" destOrd="0" presId="urn:microsoft.com/office/officeart/2016/7/layout/RepeatingBendingProcessNew"/>
    <dgm:cxn modelId="{E147CA10-3F83-4830-B829-4A01C37F97CC}" type="presParOf" srcId="{0C0B9A47-1CC7-4F2E-9070-8ABA0028770A}" destId="{BD3E7DE7-010C-4A4D-A035-779071B60031}" srcOrd="4" destOrd="0" presId="urn:microsoft.com/office/officeart/2016/7/layout/RepeatingBendingProcessNew"/>
    <dgm:cxn modelId="{CE37F6D9-624E-4A6B-8497-9C25AADEDE24}" type="presParOf" srcId="{0C0B9A47-1CC7-4F2E-9070-8ABA0028770A}" destId="{C342802B-AA8F-4F92-A9FF-C15E9A595A36}" srcOrd="5" destOrd="0" presId="urn:microsoft.com/office/officeart/2016/7/layout/RepeatingBendingProcessNew"/>
    <dgm:cxn modelId="{627A361C-38EB-4ECF-B702-F8A26CC95019}" type="presParOf" srcId="{C342802B-AA8F-4F92-A9FF-C15E9A595A36}" destId="{CFDC8845-7398-4659-9E1B-09A004826B51}" srcOrd="0" destOrd="0" presId="urn:microsoft.com/office/officeart/2016/7/layout/RepeatingBendingProcessNew"/>
    <dgm:cxn modelId="{A35A5C54-28AE-4122-8C09-58EA8FE36FAD}" type="presParOf" srcId="{0C0B9A47-1CC7-4F2E-9070-8ABA0028770A}" destId="{745D71E9-91F9-44DD-AEFF-AC993DC50A11}" srcOrd="6" destOrd="0" presId="urn:microsoft.com/office/officeart/2016/7/layout/RepeatingBendingProcessNew"/>
    <dgm:cxn modelId="{FD34A3EA-9746-4C5E-BB3C-6CDAAD9BA425}" type="presParOf" srcId="{0C0B9A47-1CC7-4F2E-9070-8ABA0028770A}" destId="{5A39BD48-0761-44AE-A9C7-91B5AAEC6CF6}" srcOrd="7" destOrd="0" presId="urn:microsoft.com/office/officeart/2016/7/layout/RepeatingBendingProcessNew"/>
    <dgm:cxn modelId="{4F747B58-BC3E-42C5-A078-8274FDB201A3}" type="presParOf" srcId="{5A39BD48-0761-44AE-A9C7-91B5AAEC6CF6}" destId="{F520D7BD-78B7-4CE0-9CDA-E3600D7E889F}" srcOrd="0" destOrd="0" presId="urn:microsoft.com/office/officeart/2016/7/layout/RepeatingBendingProcessNew"/>
    <dgm:cxn modelId="{51229B9E-DC9C-4AD6-B1DB-BB1E4F4CC69B}" type="presParOf" srcId="{0C0B9A47-1CC7-4F2E-9070-8ABA0028770A}" destId="{C10551F8-2B96-4FBD-816B-C340E59CC25B}" srcOrd="8" destOrd="0" presId="urn:microsoft.com/office/officeart/2016/7/layout/RepeatingBendingProcessNew"/>
    <dgm:cxn modelId="{88E3BA22-49C3-4C51-9926-BF86D7884A0B}" type="presParOf" srcId="{0C0B9A47-1CC7-4F2E-9070-8ABA0028770A}" destId="{698D20CB-DF48-4FCD-B24E-B64310D55220}" srcOrd="9" destOrd="0" presId="urn:microsoft.com/office/officeart/2016/7/layout/RepeatingBendingProcessNew"/>
    <dgm:cxn modelId="{1F663913-F052-4597-916D-C094FE179BF7}" type="presParOf" srcId="{698D20CB-DF48-4FCD-B24E-B64310D55220}" destId="{9F18B547-1FBF-419B-8325-E726B42F6A45}" srcOrd="0" destOrd="0" presId="urn:microsoft.com/office/officeart/2016/7/layout/RepeatingBendingProcessNew"/>
    <dgm:cxn modelId="{79C54C3F-8B0B-498C-B6D6-900E7AAD37C0}" type="presParOf" srcId="{0C0B9A47-1CC7-4F2E-9070-8ABA0028770A}" destId="{D67E4772-A6AC-4124-98AD-05EC8B9CDA83}" srcOrd="10" destOrd="0" presId="urn:microsoft.com/office/officeart/2016/7/layout/RepeatingBendingProcessNew"/>
    <dgm:cxn modelId="{F725D44B-4E8E-49F0-9EC6-ED1188DACD9E}" type="presParOf" srcId="{0C0B9A47-1CC7-4F2E-9070-8ABA0028770A}" destId="{514F7425-07B7-42EF-88AC-10564BDEE649}" srcOrd="11" destOrd="0" presId="urn:microsoft.com/office/officeart/2016/7/layout/RepeatingBendingProcessNew"/>
    <dgm:cxn modelId="{724A929B-F14E-4184-9EB2-560EAF116C74}" type="presParOf" srcId="{514F7425-07B7-42EF-88AC-10564BDEE649}" destId="{0A5BD233-47B1-4DC3-8A83-F7BE56A62C1B}" srcOrd="0" destOrd="0" presId="urn:microsoft.com/office/officeart/2016/7/layout/RepeatingBendingProcessNew"/>
    <dgm:cxn modelId="{2B7D8553-8CFC-4C0C-898C-D2F531FD398E}" type="presParOf" srcId="{0C0B9A47-1CC7-4F2E-9070-8ABA0028770A}" destId="{206B0A5C-B852-4F59-A54D-F9417B41170E}" srcOrd="12" destOrd="0" presId="urn:microsoft.com/office/officeart/2016/7/layout/RepeatingBendingProcessNew"/>
    <dgm:cxn modelId="{33CEEB52-0625-4E21-A59F-F9269D6E87A9}" type="presParOf" srcId="{0C0B9A47-1CC7-4F2E-9070-8ABA0028770A}" destId="{F0BA5849-70AE-4C19-B9D9-90762AC04603}" srcOrd="13" destOrd="0" presId="urn:microsoft.com/office/officeart/2016/7/layout/RepeatingBendingProcessNew"/>
    <dgm:cxn modelId="{6550C6E4-5609-4DD2-AC73-CBEF553A1080}" type="presParOf" srcId="{F0BA5849-70AE-4C19-B9D9-90762AC04603}" destId="{F04363AB-8853-40B1-985E-32110E8B99D8}" srcOrd="0" destOrd="0" presId="urn:microsoft.com/office/officeart/2016/7/layout/RepeatingBendingProcessNew"/>
    <dgm:cxn modelId="{1B1EAC8C-74B3-42BF-A906-CCA5B4AF3E43}" type="presParOf" srcId="{0C0B9A47-1CC7-4F2E-9070-8ABA0028770A}" destId="{3F08A5B0-D5FA-4E85-B865-4627E4EC79A1}" srcOrd="14" destOrd="0" presId="urn:microsoft.com/office/officeart/2016/7/layout/RepeatingBendingProcessNew"/>
    <dgm:cxn modelId="{2B0CE6D5-26A4-48F1-8918-DA8265D1516F}" type="presParOf" srcId="{0C0B9A47-1CC7-4F2E-9070-8ABA0028770A}" destId="{A0945715-76B8-4D05-BB7C-93114C3EA160}" srcOrd="15" destOrd="0" presId="urn:microsoft.com/office/officeart/2016/7/layout/RepeatingBendingProcessNew"/>
    <dgm:cxn modelId="{97EB679E-5462-49DF-AD39-6B1ED02CC0A1}" type="presParOf" srcId="{A0945715-76B8-4D05-BB7C-93114C3EA160}" destId="{D850F298-56AF-462B-A611-E38A3CB08DB4}" srcOrd="0" destOrd="0" presId="urn:microsoft.com/office/officeart/2016/7/layout/RepeatingBendingProcessNew"/>
    <dgm:cxn modelId="{015A0399-18F0-4811-A64A-8E4E8958AE9F}" type="presParOf" srcId="{0C0B9A47-1CC7-4F2E-9070-8ABA0028770A}" destId="{994F0742-5EDB-4E30-A73C-C85AC81BE28A}" srcOrd="16" destOrd="0" presId="urn:microsoft.com/office/officeart/2016/7/layout/RepeatingBendingProcessNew"/>
    <dgm:cxn modelId="{0AA92E43-C632-48FF-B9DF-E1A7DCF00072}" type="presParOf" srcId="{0C0B9A47-1CC7-4F2E-9070-8ABA0028770A}" destId="{0907EE17-0520-4154-BB6F-281B3CF833F5}" srcOrd="17" destOrd="0" presId="urn:microsoft.com/office/officeart/2016/7/layout/RepeatingBendingProcessNew"/>
    <dgm:cxn modelId="{A6223914-12DC-4C79-ABD5-07892750989A}" type="presParOf" srcId="{0907EE17-0520-4154-BB6F-281B3CF833F5}" destId="{B74BF58C-75AD-4721-B8FD-293B16556BC0}" srcOrd="0" destOrd="0" presId="urn:microsoft.com/office/officeart/2016/7/layout/RepeatingBendingProcessNew"/>
    <dgm:cxn modelId="{0F63BBFF-15E0-451E-9312-C22B82D4A37F}" type="presParOf" srcId="{0C0B9A47-1CC7-4F2E-9070-8ABA0028770A}" destId="{D0654484-6652-4DC1-A9B9-1AFC17221516}" srcOrd="18" destOrd="0" presId="urn:microsoft.com/office/officeart/2016/7/layout/RepeatingBendingProcessNew"/>
    <dgm:cxn modelId="{CC73E349-8017-4B72-8EAF-0BC22A5C394E}" type="presParOf" srcId="{0C0B9A47-1CC7-4F2E-9070-8ABA0028770A}" destId="{3C3BF581-1ED9-48AD-8672-F3A6C2F44127}" srcOrd="19" destOrd="0" presId="urn:microsoft.com/office/officeart/2016/7/layout/RepeatingBendingProcessNew"/>
    <dgm:cxn modelId="{4C923A00-4D1A-4DEF-A42F-678114207C5F}" type="presParOf" srcId="{3C3BF581-1ED9-48AD-8672-F3A6C2F44127}" destId="{DFB77A8E-ABEC-4E24-A470-A232FE457A9A}" srcOrd="0" destOrd="0" presId="urn:microsoft.com/office/officeart/2016/7/layout/RepeatingBendingProcessNew"/>
    <dgm:cxn modelId="{B71051E1-6F57-4CC2-83CC-72B6BADA7764}" type="presParOf" srcId="{0C0B9A47-1CC7-4F2E-9070-8ABA0028770A}" destId="{E37EC6BE-37E3-42F7-B630-25DAC6D51C0B}" srcOrd="20" destOrd="0" presId="urn:microsoft.com/office/officeart/2016/7/layout/RepeatingBendingProcessNew"/>
    <dgm:cxn modelId="{39D627F8-0CBF-4A39-9141-DB5923D11B5B}" type="presParOf" srcId="{0C0B9A47-1CC7-4F2E-9070-8ABA0028770A}" destId="{EF8289B4-7E43-4DC9-BB63-603CA1984065}" srcOrd="21" destOrd="0" presId="urn:microsoft.com/office/officeart/2016/7/layout/RepeatingBendingProcessNew"/>
    <dgm:cxn modelId="{A60996DF-E999-4E64-A5C7-0698A0DEF742}" type="presParOf" srcId="{EF8289B4-7E43-4DC9-BB63-603CA1984065}" destId="{D271C8D7-8F77-4B0B-AFF2-A32F5CBB8AEB}" srcOrd="0" destOrd="0" presId="urn:microsoft.com/office/officeart/2016/7/layout/RepeatingBendingProcessNew"/>
    <dgm:cxn modelId="{13DE18B9-B5B1-4817-98AC-C4384A92067A}" type="presParOf" srcId="{0C0B9A47-1CC7-4F2E-9070-8ABA0028770A}" destId="{A5855896-5EEE-499C-9053-BBE16F299EC8}" srcOrd="22" destOrd="0" presId="urn:microsoft.com/office/officeart/2016/7/layout/RepeatingBendingProcessNew"/>
    <dgm:cxn modelId="{44F392F5-2866-4A3F-94CF-5A9B8A8B102A}" type="presParOf" srcId="{0C0B9A47-1CC7-4F2E-9070-8ABA0028770A}" destId="{88FA074C-7EA8-4843-ADDC-941697B16C36}" srcOrd="23" destOrd="0" presId="urn:microsoft.com/office/officeart/2016/7/layout/RepeatingBendingProcessNew"/>
    <dgm:cxn modelId="{F0ACF289-F264-449E-B4E6-6BD3C0B4CA14}" type="presParOf" srcId="{88FA074C-7EA8-4843-ADDC-941697B16C36}" destId="{E30569B6-D1E0-4A40-869E-7F4BAECFBED5}" srcOrd="0" destOrd="0" presId="urn:microsoft.com/office/officeart/2016/7/layout/RepeatingBendingProcessNew"/>
    <dgm:cxn modelId="{836F574A-863A-40A5-9CCF-C6D9FB4460E3}" type="presParOf" srcId="{0C0B9A47-1CC7-4F2E-9070-8ABA0028770A}" destId="{FBE5516A-8BCB-4B99-985A-5151E8A2A980}" srcOrd="24" destOrd="0" presId="urn:microsoft.com/office/officeart/2016/7/layout/RepeatingBendingProcessNew"/>
    <dgm:cxn modelId="{CAB926A2-1AF8-449B-8CF9-B440676C6050}" type="presParOf" srcId="{0C0B9A47-1CC7-4F2E-9070-8ABA0028770A}" destId="{13EBFF04-6AC4-4094-ADDF-BFBFF053F831}" srcOrd="25" destOrd="0" presId="urn:microsoft.com/office/officeart/2016/7/layout/RepeatingBendingProcessNew"/>
    <dgm:cxn modelId="{453E087B-36D7-4897-A059-8D84DEEC8E36}" type="presParOf" srcId="{13EBFF04-6AC4-4094-ADDF-BFBFF053F831}" destId="{6B25B309-D196-4FF0-A88E-4E67DC1EE63B}" srcOrd="0" destOrd="0" presId="urn:microsoft.com/office/officeart/2016/7/layout/RepeatingBendingProcessNew"/>
    <dgm:cxn modelId="{CBFCFA15-8539-4E94-8B42-85EEBECB5669}" type="presParOf" srcId="{0C0B9A47-1CC7-4F2E-9070-8ABA0028770A}" destId="{D5BD0A3E-CF16-4BAF-A8A6-555C1263F055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C10687-C05D-4DA4-B1C5-1645357BDD5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CA2D2D3-2917-46B5-95C7-79572A2CB3F2}">
      <dgm:prSet/>
      <dgm:spPr/>
      <dgm:t>
        <a:bodyPr/>
        <a:lstStyle/>
        <a:p>
          <a:r>
            <a:rPr lang="en-US"/>
            <a:t>NEVOIA DE DRAGOSTE ȘI SECURITATE</a:t>
          </a:r>
        </a:p>
      </dgm:t>
    </dgm:pt>
    <dgm:pt modelId="{26447C30-026D-4ACA-A977-466BDE7D38A0}" type="parTrans" cxnId="{E0A28D53-18F0-488B-BFED-1C93C75681E2}">
      <dgm:prSet/>
      <dgm:spPr/>
      <dgm:t>
        <a:bodyPr/>
        <a:lstStyle/>
        <a:p>
          <a:endParaRPr lang="en-US"/>
        </a:p>
      </dgm:t>
    </dgm:pt>
    <dgm:pt modelId="{4F7817C8-1B9F-41B9-951A-80F7CAF46D28}" type="sibTrans" cxnId="{E0A28D53-18F0-488B-BFED-1C93C75681E2}">
      <dgm:prSet/>
      <dgm:spPr/>
      <dgm:t>
        <a:bodyPr/>
        <a:lstStyle/>
        <a:p>
          <a:endParaRPr lang="en-US"/>
        </a:p>
      </dgm:t>
    </dgm:pt>
    <dgm:pt modelId="{959544AE-E9BC-42AE-A56A-25B1B2C093CD}">
      <dgm:prSet/>
      <dgm:spPr/>
      <dgm:t>
        <a:bodyPr/>
        <a:lstStyle/>
        <a:p>
          <a:r>
            <a:rPr lang="en-US"/>
            <a:t>NEVOIA DE NOI EXPERIENȚE</a:t>
          </a:r>
        </a:p>
      </dgm:t>
    </dgm:pt>
    <dgm:pt modelId="{64CC9B82-F2CA-411F-8ACD-164530445E5A}" type="parTrans" cxnId="{9F257201-9BE9-463B-9A9C-8E4F07E1A6A5}">
      <dgm:prSet/>
      <dgm:spPr/>
      <dgm:t>
        <a:bodyPr/>
        <a:lstStyle/>
        <a:p>
          <a:endParaRPr lang="en-US"/>
        </a:p>
      </dgm:t>
    </dgm:pt>
    <dgm:pt modelId="{FC7B773A-55E3-4400-81C6-632A197A2F18}" type="sibTrans" cxnId="{9F257201-9BE9-463B-9A9C-8E4F07E1A6A5}">
      <dgm:prSet/>
      <dgm:spPr/>
      <dgm:t>
        <a:bodyPr/>
        <a:lstStyle/>
        <a:p>
          <a:endParaRPr lang="en-US"/>
        </a:p>
      </dgm:t>
    </dgm:pt>
    <dgm:pt modelId="{285C9EA9-49B1-4DAC-BC80-85EE5AD0E0B2}">
      <dgm:prSet/>
      <dgm:spPr/>
      <dgm:t>
        <a:bodyPr/>
        <a:lstStyle/>
        <a:p>
          <a:r>
            <a:rPr lang="en-US"/>
            <a:t>NEVOIA DE ÎNCURAJARE ȘI APRECIERE</a:t>
          </a:r>
        </a:p>
      </dgm:t>
    </dgm:pt>
    <dgm:pt modelId="{8338B3B4-C05D-476F-A818-50BBA3FA0810}" type="parTrans" cxnId="{CD15A37C-BDFB-484B-92C0-D771A8190E4F}">
      <dgm:prSet/>
      <dgm:spPr/>
      <dgm:t>
        <a:bodyPr/>
        <a:lstStyle/>
        <a:p>
          <a:endParaRPr lang="en-US"/>
        </a:p>
      </dgm:t>
    </dgm:pt>
    <dgm:pt modelId="{E130C8BE-9905-4A73-BD6A-56799C5A165F}" type="sibTrans" cxnId="{CD15A37C-BDFB-484B-92C0-D771A8190E4F}">
      <dgm:prSet/>
      <dgm:spPr/>
      <dgm:t>
        <a:bodyPr/>
        <a:lstStyle/>
        <a:p>
          <a:endParaRPr lang="en-US"/>
        </a:p>
      </dgm:t>
    </dgm:pt>
    <dgm:pt modelId="{E29C8E9E-391C-4938-997A-9443AF765FC7}">
      <dgm:prSet/>
      <dgm:spPr/>
      <dgm:t>
        <a:bodyPr/>
        <a:lstStyle/>
        <a:p>
          <a:r>
            <a:rPr lang="en-US"/>
            <a:t>NEVOIA DE RESPONSABILITATE, CÂȘTIGAREA ȘI RECUNOAȘTEREA DE CĂTRE CEILALȚI A INDEPENDENȚEI SALE</a:t>
          </a:r>
        </a:p>
      </dgm:t>
    </dgm:pt>
    <dgm:pt modelId="{7BC2B9BA-664A-41AE-8359-589723140425}" type="parTrans" cxnId="{FF5A23A2-8022-4BCB-9E49-51FDA1ED2840}">
      <dgm:prSet/>
      <dgm:spPr/>
      <dgm:t>
        <a:bodyPr/>
        <a:lstStyle/>
        <a:p>
          <a:endParaRPr lang="en-US"/>
        </a:p>
      </dgm:t>
    </dgm:pt>
    <dgm:pt modelId="{6CEFF25D-FEEB-4D2B-809C-BF10BAA3EA51}" type="sibTrans" cxnId="{FF5A23A2-8022-4BCB-9E49-51FDA1ED2840}">
      <dgm:prSet/>
      <dgm:spPr/>
      <dgm:t>
        <a:bodyPr/>
        <a:lstStyle/>
        <a:p>
          <a:endParaRPr lang="en-US"/>
        </a:p>
      </dgm:t>
    </dgm:pt>
    <dgm:pt modelId="{CE30FD10-A49D-4A71-B46E-8127FA963B88}">
      <dgm:prSet/>
      <dgm:spPr/>
      <dgm:t>
        <a:bodyPr/>
        <a:lstStyle/>
        <a:p>
          <a:r>
            <a:rPr lang="en-US"/>
            <a:t>NEVOIA DE A EMPATIZA CU ACEȘTIA</a:t>
          </a:r>
        </a:p>
      </dgm:t>
    </dgm:pt>
    <dgm:pt modelId="{BC1FB1B6-0121-41B0-A2AD-61B0EE44EBC2}" type="parTrans" cxnId="{812EDF2E-0BEB-415B-833F-65F6CBD6165D}">
      <dgm:prSet/>
      <dgm:spPr/>
      <dgm:t>
        <a:bodyPr/>
        <a:lstStyle/>
        <a:p>
          <a:endParaRPr lang="en-US"/>
        </a:p>
      </dgm:t>
    </dgm:pt>
    <dgm:pt modelId="{E45781B7-893F-471A-820B-357D6242B829}" type="sibTrans" cxnId="{812EDF2E-0BEB-415B-833F-65F6CBD6165D}">
      <dgm:prSet/>
      <dgm:spPr/>
      <dgm:t>
        <a:bodyPr/>
        <a:lstStyle/>
        <a:p>
          <a:endParaRPr lang="en-US"/>
        </a:p>
      </dgm:t>
    </dgm:pt>
    <dgm:pt modelId="{7CD9D025-66A1-4ACC-967F-A825D65D2B82}">
      <dgm:prSet/>
      <dgm:spPr/>
      <dgm:t>
        <a:bodyPr/>
        <a:lstStyle/>
        <a:p>
          <a:r>
            <a:rPr lang="en-US"/>
            <a:t>NEVOIA DE SUSȚINERE EMOȚIONALĂ ȘI PSIHOLOGICĂ</a:t>
          </a:r>
        </a:p>
      </dgm:t>
    </dgm:pt>
    <dgm:pt modelId="{2063B16B-0402-4E4B-8ED6-45FDBF62111C}" type="parTrans" cxnId="{D7CB2F9F-4701-4595-A668-047DBF667490}">
      <dgm:prSet/>
      <dgm:spPr/>
      <dgm:t>
        <a:bodyPr/>
        <a:lstStyle/>
        <a:p>
          <a:endParaRPr lang="en-US"/>
        </a:p>
      </dgm:t>
    </dgm:pt>
    <dgm:pt modelId="{77E0D7E4-D5C8-4F3C-84B8-DF57D113700C}" type="sibTrans" cxnId="{D7CB2F9F-4701-4595-A668-047DBF667490}">
      <dgm:prSet/>
      <dgm:spPr/>
      <dgm:t>
        <a:bodyPr/>
        <a:lstStyle/>
        <a:p>
          <a:endParaRPr lang="en-US"/>
        </a:p>
      </dgm:t>
    </dgm:pt>
    <dgm:pt modelId="{BFDC2A83-75CA-4D44-907A-7260EBA37BDD}">
      <dgm:prSet/>
      <dgm:spPr/>
      <dgm:t>
        <a:bodyPr/>
        <a:lstStyle/>
        <a:p>
          <a:r>
            <a:rPr lang="en-US"/>
            <a:t>NEVOIA DE APARTENENȚĂ</a:t>
          </a:r>
        </a:p>
      </dgm:t>
    </dgm:pt>
    <dgm:pt modelId="{2251BDD8-F770-4888-873A-3AE0A1D6DB2C}" type="parTrans" cxnId="{02E70EAE-992D-4EE8-A7FF-F1743952A6FC}">
      <dgm:prSet/>
      <dgm:spPr/>
      <dgm:t>
        <a:bodyPr/>
        <a:lstStyle/>
        <a:p>
          <a:endParaRPr lang="en-US"/>
        </a:p>
      </dgm:t>
    </dgm:pt>
    <dgm:pt modelId="{D661114C-8E5C-4A41-A88E-B053B6B9A135}" type="sibTrans" cxnId="{02E70EAE-992D-4EE8-A7FF-F1743952A6FC}">
      <dgm:prSet/>
      <dgm:spPr/>
      <dgm:t>
        <a:bodyPr/>
        <a:lstStyle/>
        <a:p>
          <a:endParaRPr lang="en-US"/>
        </a:p>
      </dgm:t>
    </dgm:pt>
    <dgm:pt modelId="{24B7CF6F-D54A-46A7-94F5-1368DB23D76A}">
      <dgm:prSet/>
      <dgm:spPr/>
      <dgm:t>
        <a:bodyPr/>
        <a:lstStyle/>
        <a:p>
          <a:r>
            <a:rPr lang="en-US"/>
            <a:t>NEVOIA DE CREARE A UNOR RELAȚII DE ATAȘAMENT PUTERNIC </a:t>
          </a:r>
        </a:p>
      </dgm:t>
    </dgm:pt>
    <dgm:pt modelId="{A2F990B0-FA17-4045-B252-34DE15FB7E25}" type="parTrans" cxnId="{FB3AC4CA-AE73-495F-B889-446394FB88D1}">
      <dgm:prSet/>
      <dgm:spPr/>
      <dgm:t>
        <a:bodyPr/>
        <a:lstStyle/>
        <a:p>
          <a:endParaRPr lang="en-US"/>
        </a:p>
      </dgm:t>
    </dgm:pt>
    <dgm:pt modelId="{88408407-CF63-4708-BF53-FD26FD5BCEEB}" type="sibTrans" cxnId="{FB3AC4CA-AE73-495F-B889-446394FB88D1}">
      <dgm:prSet/>
      <dgm:spPr/>
      <dgm:t>
        <a:bodyPr/>
        <a:lstStyle/>
        <a:p>
          <a:endParaRPr lang="en-US"/>
        </a:p>
      </dgm:t>
    </dgm:pt>
    <dgm:pt modelId="{CAAFC0FB-30D0-4C98-878A-8C5D01014959}">
      <dgm:prSet/>
      <dgm:spPr/>
      <dgm:t>
        <a:bodyPr/>
        <a:lstStyle/>
        <a:p>
          <a:r>
            <a:rPr lang="en-US"/>
            <a:t>NEVOIA DE COMUNICARE</a:t>
          </a:r>
        </a:p>
      </dgm:t>
    </dgm:pt>
    <dgm:pt modelId="{5F6EA5DB-02D3-4F39-8CE2-47951C87C3F2}" type="parTrans" cxnId="{1279ED3A-AC31-43BC-9301-6E1A6207AD29}">
      <dgm:prSet/>
      <dgm:spPr/>
      <dgm:t>
        <a:bodyPr/>
        <a:lstStyle/>
        <a:p>
          <a:endParaRPr lang="en-US"/>
        </a:p>
      </dgm:t>
    </dgm:pt>
    <dgm:pt modelId="{3B8CEC94-5148-4878-8878-C5DFFBC3D246}" type="sibTrans" cxnId="{1279ED3A-AC31-43BC-9301-6E1A6207AD29}">
      <dgm:prSet/>
      <dgm:spPr/>
      <dgm:t>
        <a:bodyPr/>
        <a:lstStyle/>
        <a:p>
          <a:endParaRPr lang="en-US"/>
        </a:p>
      </dgm:t>
    </dgm:pt>
    <dgm:pt modelId="{B6FD952A-7855-4AFD-B0EE-906AC3D0843F}">
      <dgm:prSet/>
      <dgm:spPr/>
      <dgm:t>
        <a:bodyPr/>
        <a:lstStyle/>
        <a:p>
          <a:r>
            <a:rPr lang="en-US"/>
            <a:t>NEVOIA DE A FI ÎNȚELEȘI ȘI ACCEPTAȚI</a:t>
          </a:r>
        </a:p>
      </dgm:t>
    </dgm:pt>
    <dgm:pt modelId="{3940B34A-BC9B-42CA-8129-A7559A05CF78}" type="parTrans" cxnId="{E780808F-D1E6-4177-AA2D-814F5DBD6D8F}">
      <dgm:prSet/>
      <dgm:spPr/>
      <dgm:t>
        <a:bodyPr/>
        <a:lstStyle/>
        <a:p>
          <a:endParaRPr lang="en-US"/>
        </a:p>
      </dgm:t>
    </dgm:pt>
    <dgm:pt modelId="{106F7167-A417-4647-BBD4-38DAAB22A179}" type="sibTrans" cxnId="{E780808F-D1E6-4177-AA2D-814F5DBD6D8F}">
      <dgm:prSet/>
      <dgm:spPr/>
      <dgm:t>
        <a:bodyPr/>
        <a:lstStyle/>
        <a:p>
          <a:endParaRPr lang="en-US"/>
        </a:p>
      </dgm:t>
    </dgm:pt>
    <dgm:pt modelId="{4809538B-19A8-4B90-851B-38DF44EC2706}">
      <dgm:prSet/>
      <dgm:spPr/>
      <dgm:t>
        <a:bodyPr/>
        <a:lstStyle/>
        <a:p>
          <a:r>
            <a:rPr lang="en-US"/>
            <a:t>NEVOIA DE SOCIALIZARE</a:t>
          </a:r>
        </a:p>
      </dgm:t>
    </dgm:pt>
    <dgm:pt modelId="{2B7C12AC-8BB0-4A53-BA75-FEAAE590C586}" type="parTrans" cxnId="{F9123838-C92D-41E3-B836-A36E031E752D}">
      <dgm:prSet/>
      <dgm:spPr/>
      <dgm:t>
        <a:bodyPr/>
        <a:lstStyle/>
        <a:p>
          <a:endParaRPr lang="en-US"/>
        </a:p>
      </dgm:t>
    </dgm:pt>
    <dgm:pt modelId="{395E98A6-3FB1-4D14-98ED-D4C1FFD80661}" type="sibTrans" cxnId="{F9123838-C92D-41E3-B836-A36E031E752D}">
      <dgm:prSet/>
      <dgm:spPr/>
      <dgm:t>
        <a:bodyPr/>
        <a:lstStyle/>
        <a:p>
          <a:endParaRPr lang="en-US"/>
        </a:p>
      </dgm:t>
    </dgm:pt>
    <dgm:pt modelId="{41C19E66-5113-4EC9-B1FE-F8CE7C51D4E0}">
      <dgm:prSet/>
      <dgm:spPr/>
      <dgm:t>
        <a:bodyPr/>
        <a:lstStyle/>
        <a:p>
          <a:r>
            <a:rPr lang="en-US"/>
            <a:t>NEVOIA DE ASISTENȚĂ MEDICALĂ</a:t>
          </a:r>
        </a:p>
      </dgm:t>
    </dgm:pt>
    <dgm:pt modelId="{332F9E87-D5D8-4CAF-8325-826F987DCE67}" type="parTrans" cxnId="{9EBC8BEF-3016-43AE-B433-FE54EFEFEF16}">
      <dgm:prSet/>
      <dgm:spPr/>
      <dgm:t>
        <a:bodyPr/>
        <a:lstStyle/>
        <a:p>
          <a:endParaRPr lang="en-US"/>
        </a:p>
      </dgm:t>
    </dgm:pt>
    <dgm:pt modelId="{C1CF1457-CDAF-48C3-9DE0-B5E6C2641328}" type="sibTrans" cxnId="{9EBC8BEF-3016-43AE-B433-FE54EFEFEF16}">
      <dgm:prSet/>
      <dgm:spPr/>
      <dgm:t>
        <a:bodyPr/>
        <a:lstStyle/>
        <a:p>
          <a:endParaRPr lang="en-US"/>
        </a:p>
      </dgm:t>
    </dgm:pt>
    <dgm:pt modelId="{70593F9D-5D5C-4C0E-AB37-C8E1F6B6F577}">
      <dgm:prSet/>
      <dgm:spPr/>
      <dgm:t>
        <a:bodyPr/>
        <a:lstStyle/>
        <a:p>
          <a:r>
            <a:rPr lang="en-US"/>
            <a:t>NEVOIA DE RECREERE</a:t>
          </a:r>
        </a:p>
      </dgm:t>
    </dgm:pt>
    <dgm:pt modelId="{4C383BE0-1E72-4E50-82BC-8F09FC7EA425}" type="parTrans" cxnId="{7A7B3863-D403-4E65-B88A-210EED3E046A}">
      <dgm:prSet/>
      <dgm:spPr/>
      <dgm:t>
        <a:bodyPr/>
        <a:lstStyle/>
        <a:p>
          <a:endParaRPr lang="en-US"/>
        </a:p>
      </dgm:t>
    </dgm:pt>
    <dgm:pt modelId="{8278DEFC-9B97-4C39-BC43-8A0B5ED822B7}" type="sibTrans" cxnId="{7A7B3863-D403-4E65-B88A-210EED3E046A}">
      <dgm:prSet/>
      <dgm:spPr/>
      <dgm:t>
        <a:bodyPr/>
        <a:lstStyle/>
        <a:p>
          <a:endParaRPr lang="en-US"/>
        </a:p>
      </dgm:t>
    </dgm:pt>
    <dgm:pt modelId="{50A34319-2CB6-4AA7-B1D5-3F76A2107EE8}">
      <dgm:prSet/>
      <dgm:spPr/>
      <dgm:t>
        <a:bodyPr/>
        <a:lstStyle/>
        <a:p>
          <a:r>
            <a:rPr lang="en-US"/>
            <a:t>NEVOIA DE INTEGRARE SOCIALĂ</a:t>
          </a:r>
        </a:p>
      </dgm:t>
    </dgm:pt>
    <dgm:pt modelId="{252102D8-B6AF-4906-9123-1968B7A94944}" type="parTrans" cxnId="{DA986EFD-DCC6-447B-A246-A2AB7A7E779B}">
      <dgm:prSet/>
      <dgm:spPr/>
      <dgm:t>
        <a:bodyPr/>
        <a:lstStyle/>
        <a:p>
          <a:endParaRPr lang="en-US"/>
        </a:p>
      </dgm:t>
    </dgm:pt>
    <dgm:pt modelId="{873776FF-91BC-45A8-8320-E90B9247961F}" type="sibTrans" cxnId="{DA986EFD-DCC6-447B-A246-A2AB7A7E779B}">
      <dgm:prSet/>
      <dgm:spPr/>
      <dgm:t>
        <a:bodyPr/>
        <a:lstStyle/>
        <a:p>
          <a:endParaRPr lang="en-US"/>
        </a:p>
      </dgm:t>
    </dgm:pt>
    <dgm:pt modelId="{59DF2CB5-9110-4A27-A11F-6367F8B35BD7}">
      <dgm:prSet/>
      <dgm:spPr/>
      <dgm:t>
        <a:bodyPr/>
        <a:lstStyle/>
        <a:p>
          <a:r>
            <a:rPr lang="en-US"/>
            <a:t>NEVOIA DE EDUCAȚIE</a:t>
          </a:r>
        </a:p>
      </dgm:t>
    </dgm:pt>
    <dgm:pt modelId="{CD47D195-78DD-497A-BB0C-0E32B16E2582}" type="parTrans" cxnId="{CD900547-1D65-432F-B92D-7C40A2F36046}">
      <dgm:prSet/>
      <dgm:spPr/>
      <dgm:t>
        <a:bodyPr/>
        <a:lstStyle/>
        <a:p>
          <a:endParaRPr lang="en-US"/>
        </a:p>
      </dgm:t>
    </dgm:pt>
    <dgm:pt modelId="{92E5BE98-A957-4536-91E6-F2236F91EFC9}" type="sibTrans" cxnId="{CD900547-1D65-432F-B92D-7C40A2F36046}">
      <dgm:prSet/>
      <dgm:spPr/>
      <dgm:t>
        <a:bodyPr/>
        <a:lstStyle/>
        <a:p>
          <a:endParaRPr lang="en-US"/>
        </a:p>
      </dgm:t>
    </dgm:pt>
    <dgm:pt modelId="{5248F628-8F68-4B28-B0C5-B37DF1309FD6}" type="pres">
      <dgm:prSet presAssocID="{0EC10687-C05D-4DA4-B1C5-1645357BDD56}" presName="Name0" presStyleCnt="0">
        <dgm:presLayoutVars>
          <dgm:dir/>
          <dgm:resizeHandles val="exact"/>
        </dgm:presLayoutVars>
      </dgm:prSet>
      <dgm:spPr/>
    </dgm:pt>
    <dgm:pt modelId="{D7D66A23-646B-4BBD-A27D-5BF852657511}" type="pres">
      <dgm:prSet presAssocID="{ACA2D2D3-2917-46B5-95C7-79572A2CB3F2}" presName="node" presStyleLbl="node1" presStyleIdx="0" presStyleCnt="15">
        <dgm:presLayoutVars>
          <dgm:bulletEnabled val="1"/>
        </dgm:presLayoutVars>
      </dgm:prSet>
      <dgm:spPr/>
    </dgm:pt>
    <dgm:pt modelId="{78785AED-D127-4EB7-8BB0-E9DB2FC3F601}" type="pres">
      <dgm:prSet presAssocID="{4F7817C8-1B9F-41B9-951A-80F7CAF46D28}" presName="sibTrans" presStyleLbl="sibTrans1D1" presStyleIdx="0" presStyleCnt="14"/>
      <dgm:spPr/>
    </dgm:pt>
    <dgm:pt modelId="{FDA8FBE5-E32F-4584-80C4-B4C5D3FCD860}" type="pres">
      <dgm:prSet presAssocID="{4F7817C8-1B9F-41B9-951A-80F7CAF46D28}" presName="connectorText" presStyleLbl="sibTrans1D1" presStyleIdx="0" presStyleCnt="14"/>
      <dgm:spPr/>
    </dgm:pt>
    <dgm:pt modelId="{1C2A2DFB-A631-4ABA-83A2-42E4D32FB662}" type="pres">
      <dgm:prSet presAssocID="{959544AE-E9BC-42AE-A56A-25B1B2C093CD}" presName="node" presStyleLbl="node1" presStyleIdx="1" presStyleCnt="15">
        <dgm:presLayoutVars>
          <dgm:bulletEnabled val="1"/>
        </dgm:presLayoutVars>
      </dgm:prSet>
      <dgm:spPr/>
    </dgm:pt>
    <dgm:pt modelId="{48EADF74-FA38-4923-821A-3A305A1B928B}" type="pres">
      <dgm:prSet presAssocID="{FC7B773A-55E3-4400-81C6-632A197A2F18}" presName="sibTrans" presStyleLbl="sibTrans1D1" presStyleIdx="1" presStyleCnt="14"/>
      <dgm:spPr/>
    </dgm:pt>
    <dgm:pt modelId="{624237B8-DBF4-4121-A466-899F0AB3010B}" type="pres">
      <dgm:prSet presAssocID="{FC7B773A-55E3-4400-81C6-632A197A2F18}" presName="connectorText" presStyleLbl="sibTrans1D1" presStyleIdx="1" presStyleCnt="14"/>
      <dgm:spPr/>
    </dgm:pt>
    <dgm:pt modelId="{5AFD2F51-9D6D-4DA7-B268-4818DB600ED5}" type="pres">
      <dgm:prSet presAssocID="{285C9EA9-49B1-4DAC-BC80-85EE5AD0E0B2}" presName="node" presStyleLbl="node1" presStyleIdx="2" presStyleCnt="15">
        <dgm:presLayoutVars>
          <dgm:bulletEnabled val="1"/>
        </dgm:presLayoutVars>
      </dgm:prSet>
      <dgm:spPr/>
    </dgm:pt>
    <dgm:pt modelId="{E421D5FD-6252-45FA-AEFB-060064EEE083}" type="pres">
      <dgm:prSet presAssocID="{E130C8BE-9905-4A73-BD6A-56799C5A165F}" presName="sibTrans" presStyleLbl="sibTrans1D1" presStyleIdx="2" presStyleCnt="14"/>
      <dgm:spPr/>
    </dgm:pt>
    <dgm:pt modelId="{5A9CAF6C-2C36-4EEB-8FBB-E522118E17F2}" type="pres">
      <dgm:prSet presAssocID="{E130C8BE-9905-4A73-BD6A-56799C5A165F}" presName="connectorText" presStyleLbl="sibTrans1D1" presStyleIdx="2" presStyleCnt="14"/>
      <dgm:spPr/>
    </dgm:pt>
    <dgm:pt modelId="{F7F486AB-D096-4B21-BAC7-2EF2F3A8FED1}" type="pres">
      <dgm:prSet presAssocID="{E29C8E9E-391C-4938-997A-9443AF765FC7}" presName="node" presStyleLbl="node1" presStyleIdx="3" presStyleCnt="15">
        <dgm:presLayoutVars>
          <dgm:bulletEnabled val="1"/>
        </dgm:presLayoutVars>
      </dgm:prSet>
      <dgm:spPr/>
    </dgm:pt>
    <dgm:pt modelId="{08EE7CAF-AB98-43EF-9E87-2F2ECEAA4568}" type="pres">
      <dgm:prSet presAssocID="{6CEFF25D-FEEB-4D2B-809C-BF10BAA3EA51}" presName="sibTrans" presStyleLbl="sibTrans1D1" presStyleIdx="3" presStyleCnt="14"/>
      <dgm:spPr/>
    </dgm:pt>
    <dgm:pt modelId="{9C732138-4566-40FB-8BC3-24EB5DA4A292}" type="pres">
      <dgm:prSet presAssocID="{6CEFF25D-FEEB-4D2B-809C-BF10BAA3EA51}" presName="connectorText" presStyleLbl="sibTrans1D1" presStyleIdx="3" presStyleCnt="14"/>
      <dgm:spPr/>
    </dgm:pt>
    <dgm:pt modelId="{01A50E57-5C7C-4790-B3C5-43F6EDBB4F3B}" type="pres">
      <dgm:prSet presAssocID="{CE30FD10-A49D-4A71-B46E-8127FA963B88}" presName="node" presStyleLbl="node1" presStyleIdx="4" presStyleCnt="15">
        <dgm:presLayoutVars>
          <dgm:bulletEnabled val="1"/>
        </dgm:presLayoutVars>
      </dgm:prSet>
      <dgm:spPr/>
    </dgm:pt>
    <dgm:pt modelId="{2537B83C-C365-4DEA-A1A9-218431217A71}" type="pres">
      <dgm:prSet presAssocID="{E45781B7-893F-471A-820B-357D6242B829}" presName="sibTrans" presStyleLbl="sibTrans1D1" presStyleIdx="4" presStyleCnt="14"/>
      <dgm:spPr/>
    </dgm:pt>
    <dgm:pt modelId="{02B0636D-BB56-4F4D-B49E-09ED9A9985E3}" type="pres">
      <dgm:prSet presAssocID="{E45781B7-893F-471A-820B-357D6242B829}" presName="connectorText" presStyleLbl="sibTrans1D1" presStyleIdx="4" presStyleCnt="14"/>
      <dgm:spPr/>
    </dgm:pt>
    <dgm:pt modelId="{631A8710-936D-4003-83E2-AE4087CBBF0A}" type="pres">
      <dgm:prSet presAssocID="{7CD9D025-66A1-4ACC-967F-A825D65D2B82}" presName="node" presStyleLbl="node1" presStyleIdx="5" presStyleCnt="15">
        <dgm:presLayoutVars>
          <dgm:bulletEnabled val="1"/>
        </dgm:presLayoutVars>
      </dgm:prSet>
      <dgm:spPr/>
    </dgm:pt>
    <dgm:pt modelId="{D7E82297-1108-4F27-B771-3D206CC456AC}" type="pres">
      <dgm:prSet presAssocID="{77E0D7E4-D5C8-4F3C-84B8-DF57D113700C}" presName="sibTrans" presStyleLbl="sibTrans1D1" presStyleIdx="5" presStyleCnt="14"/>
      <dgm:spPr/>
    </dgm:pt>
    <dgm:pt modelId="{C61D4D56-D7F1-4652-A0A1-7A90DCECE1DB}" type="pres">
      <dgm:prSet presAssocID="{77E0D7E4-D5C8-4F3C-84B8-DF57D113700C}" presName="connectorText" presStyleLbl="sibTrans1D1" presStyleIdx="5" presStyleCnt="14"/>
      <dgm:spPr/>
    </dgm:pt>
    <dgm:pt modelId="{9575586A-6B65-48C9-9BF2-C2D886432779}" type="pres">
      <dgm:prSet presAssocID="{BFDC2A83-75CA-4D44-907A-7260EBA37BDD}" presName="node" presStyleLbl="node1" presStyleIdx="6" presStyleCnt="15">
        <dgm:presLayoutVars>
          <dgm:bulletEnabled val="1"/>
        </dgm:presLayoutVars>
      </dgm:prSet>
      <dgm:spPr/>
    </dgm:pt>
    <dgm:pt modelId="{6D358022-3811-418C-8559-ADC13A831A49}" type="pres">
      <dgm:prSet presAssocID="{D661114C-8E5C-4A41-A88E-B053B6B9A135}" presName="sibTrans" presStyleLbl="sibTrans1D1" presStyleIdx="6" presStyleCnt="14"/>
      <dgm:spPr/>
    </dgm:pt>
    <dgm:pt modelId="{4A354F3E-80D1-46A7-9BEB-71EA59846F72}" type="pres">
      <dgm:prSet presAssocID="{D661114C-8E5C-4A41-A88E-B053B6B9A135}" presName="connectorText" presStyleLbl="sibTrans1D1" presStyleIdx="6" presStyleCnt="14"/>
      <dgm:spPr/>
    </dgm:pt>
    <dgm:pt modelId="{74CEC9FA-82CC-408B-A82E-C7732D0BAE4F}" type="pres">
      <dgm:prSet presAssocID="{24B7CF6F-D54A-46A7-94F5-1368DB23D76A}" presName="node" presStyleLbl="node1" presStyleIdx="7" presStyleCnt="15">
        <dgm:presLayoutVars>
          <dgm:bulletEnabled val="1"/>
        </dgm:presLayoutVars>
      </dgm:prSet>
      <dgm:spPr/>
    </dgm:pt>
    <dgm:pt modelId="{BECC1224-C8B3-44CC-B60C-D06F68E2E042}" type="pres">
      <dgm:prSet presAssocID="{88408407-CF63-4708-BF53-FD26FD5BCEEB}" presName="sibTrans" presStyleLbl="sibTrans1D1" presStyleIdx="7" presStyleCnt="14"/>
      <dgm:spPr/>
    </dgm:pt>
    <dgm:pt modelId="{16DCA97F-E4F8-4C16-9EF3-CDABECA0AA52}" type="pres">
      <dgm:prSet presAssocID="{88408407-CF63-4708-BF53-FD26FD5BCEEB}" presName="connectorText" presStyleLbl="sibTrans1D1" presStyleIdx="7" presStyleCnt="14"/>
      <dgm:spPr/>
    </dgm:pt>
    <dgm:pt modelId="{D39222BF-CCA3-4ABE-BB81-5F69839E4B5C}" type="pres">
      <dgm:prSet presAssocID="{CAAFC0FB-30D0-4C98-878A-8C5D01014959}" presName="node" presStyleLbl="node1" presStyleIdx="8" presStyleCnt="15">
        <dgm:presLayoutVars>
          <dgm:bulletEnabled val="1"/>
        </dgm:presLayoutVars>
      </dgm:prSet>
      <dgm:spPr/>
    </dgm:pt>
    <dgm:pt modelId="{2E71FF27-8207-43ED-B667-D026B17340C5}" type="pres">
      <dgm:prSet presAssocID="{3B8CEC94-5148-4878-8878-C5DFFBC3D246}" presName="sibTrans" presStyleLbl="sibTrans1D1" presStyleIdx="8" presStyleCnt="14"/>
      <dgm:spPr/>
    </dgm:pt>
    <dgm:pt modelId="{8615DDA5-DED3-4198-A796-5497292952AF}" type="pres">
      <dgm:prSet presAssocID="{3B8CEC94-5148-4878-8878-C5DFFBC3D246}" presName="connectorText" presStyleLbl="sibTrans1D1" presStyleIdx="8" presStyleCnt="14"/>
      <dgm:spPr/>
    </dgm:pt>
    <dgm:pt modelId="{D03EB12C-5AD4-4498-9CC4-0043B154E581}" type="pres">
      <dgm:prSet presAssocID="{B6FD952A-7855-4AFD-B0EE-906AC3D0843F}" presName="node" presStyleLbl="node1" presStyleIdx="9" presStyleCnt="15">
        <dgm:presLayoutVars>
          <dgm:bulletEnabled val="1"/>
        </dgm:presLayoutVars>
      </dgm:prSet>
      <dgm:spPr/>
    </dgm:pt>
    <dgm:pt modelId="{7FB28006-0A23-491C-B804-666AE8943916}" type="pres">
      <dgm:prSet presAssocID="{106F7167-A417-4647-BBD4-38DAAB22A179}" presName="sibTrans" presStyleLbl="sibTrans1D1" presStyleIdx="9" presStyleCnt="14"/>
      <dgm:spPr/>
    </dgm:pt>
    <dgm:pt modelId="{1A125A96-17A3-48C5-BA46-049F8D86DBF8}" type="pres">
      <dgm:prSet presAssocID="{106F7167-A417-4647-BBD4-38DAAB22A179}" presName="connectorText" presStyleLbl="sibTrans1D1" presStyleIdx="9" presStyleCnt="14"/>
      <dgm:spPr/>
    </dgm:pt>
    <dgm:pt modelId="{36D1CC90-6722-4E9F-8160-2F4506B8D802}" type="pres">
      <dgm:prSet presAssocID="{4809538B-19A8-4B90-851B-38DF44EC2706}" presName="node" presStyleLbl="node1" presStyleIdx="10" presStyleCnt="15">
        <dgm:presLayoutVars>
          <dgm:bulletEnabled val="1"/>
        </dgm:presLayoutVars>
      </dgm:prSet>
      <dgm:spPr/>
    </dgm:pt>
    <dgm:pt modelId="{934EB303-8EDB-43C1-AFF6-F907DA29D3AC}" type="pres">
      <dgm:prSet presAssocID="{395E98A6-3FB1-4D14-98ED-D4C1FFD80661}" presName="sibTrans" presStyleLbl="sibTrans1D1" presStyleIdx="10" presStyleCnt="14"/>
      <dgm:spPr/>
    </dgm:pt>
    <dgm:pt modelId="{B0C085A0-6998-4512-AE81-81041B8E5986}" type="pres">
      <dgm:prSet presAssocID="{395E98A6-3FB1-4D14-98ED-D4C1FFD80661}" presName="connectorText" presStyleLbl="sibTrans1D1" presStyleIdx="10" presStyleCnt="14"/>
      <dgm:spPr/>
    </dgm:pt>
    <dgm:pt modelId="{68FECEBB-6B3C-4EE9-BF41-33F843AE4C0F}" type="pres">
      <dgm:prSet presAssocID="{41C19E66-5113-4EC9-B1FE-F8CE7C51D4E0}" presName="node" presStyleLbl="node1" presStyleIdx="11" presStyleCnt="15">
        <dgm:presLayoutVars>
          <dgm:bulletEnabled val="1"/>
        </dgm:presLayoutVars>
      </dgm:prSet>
      <dgm:spPr/>
    </dgm:pt>
    <dgm:pt modelId="{6D1F6490-64A2-4ED2-AC19-46E1309A5056}" type="pres">
      <dgm:prSet presAssocID="{C1CF1457-CDAF-48C3-9DE0-B5E6C2641328}" presName="sibTrans" presStyleLbl="sibTrans1D1" presStyleIdx="11" presStyleCnt="14"/>
      <dgm:spPr/>
    </dgm:pt>
    <dgm:pt modelId="{D74F269E-1213-4FF0-A374-2B04CD6A71C5}" type="pres">
      <dgm:prSet presAssocID="{C1CF1457-CDAF-48C3-9DE0-B5E6C2641328}" presName="connectorText" presStyleLbl="sibTrans1D1" presStyleIdx="11" presStyleCnt="14"/>
      <dgm:spPr/>
    </dgm:pt>
    <dgm:pt modelId="{F3FE94B8-58F7-4981-8B0F-FD156DDCFA5F}" type="pres">
      <dgm:prSet presAssocID="{70593F9D-5D5C-4C0E-AB37-C8E1F6B6F577}" presName="node" presStyleLbl="node1" presStyleIdx="12" presStyleCnt="15">
        <dgm:presLayoutVars>
          <dgm:bulletEnabled val="1"/>
        </dgm:presLayoutVars>
      </dgm:prSet>
      <dgm:spPr/>
    </dgm:pt>
    <dgm:pt modelId="{FA9BFD17-FE28-4DC7-8963-9D40ED6B2844}" type="pres">
      <dgm:prSet presAssocID="{8278DEFC-9B97-4C39-BC43-8A0B5ED822B7}" presName="sibTrans" presStyleLbl="sibTrans1D1" presStyleIdx="12" presStyleCnt="14"/>
      <dgm:spPr/>
    </dgm:pt>
    <dgm:pt modelId="{475EB2FD-0240-4F41-A470-22A87B873D47}" type="pres">
      <dgm:prSet presAssocID="{8278DEFC-9B97-4C39-BC43-8A0B5ED822B7}" presName="connectorText" presStyleLbl="sibTrans1D1" presStyleIdx="12" presStyleCnt="14"/>
      <dgm:spPr/>
    </dgm:pt>
    <dgm:pt modelId="{A5F1E0AA-4052-48FA-8F7B-30ED90A93ADC}" type="pres">
      <dgm:prSet presAssocID="{50A34319-2CB6-4AA7-B1D5-3F76A2107EE8}" presName="node" presStyleLbl="node1" presStyleIdx="13" presStyleCnt="15">
        <dgm:presLayoutVars>
          <dgm:bulletEnabled val="1"/>
        </dgm:presLayoutVars>
      </dgm:prSet>
      <dgm:spPr/>
    </dgm:pt>
    <dgm:pt modelId="{E932AD16-CF67-4CC9-9105-2441D3CD909E}" type="pres">
      <dgm:prSet presAssocID="{873776FF-91BC-45A8-8320-E90B9247961F}" presName="sibTrans" presStyleLbl="sibTrans1D1" presStyleIdx="13" presStyleCnt="14"/>
      <dgm:spPr/>
    </dgm:pt>
    <dgm:pt modelId="{6F439BE1-6E67-4EF1-8B35-AC9E7AE7705B}" type="pres">
      <dgm:prSet presAssocID="{873776FF-91BC-45A8-8320-E90B9247961F}" presName="connectorText" presStyleLbl="sibTrans1D1" presStyleIdx="13" presStyleCnt="14"/>
      <dgm:spPr/>
    </dgm:pt>
    <dgm:pt modelId="{C052ED34-5BB3-41D6-BB28-FE418EF3DEB5}" type="pres">
      <dgm:prSet presAssocID="{59DF2CB5-9110-4A27-A11F-6367F8B35BD7}" presName="node" presStyleLbl="node1" presStyleIdx="14" presStyleCnt="15">
        <dgm:presLayoutVars>
          <dgm:bulletEnabled val="1"/>
        </dgm:presLayoutVars>
      </dgm:prSet>
      <dgm:spPr/>
    </dgm:pt>
  </dgm:ptLst>
  <dgm:cxnLst>
    <dgm:cxn modelId="{9F257201-9BE9-463B-9A9C-8E4F07E1A6A5}" srcId="{0EC10687-C05D-4DA4-B1C5-1645357BDD56}" destId="{959544AE-E9BC-42AE-A56A-25B1B2C093CD}" srcOrd="1" destOrd="0" parTransId="{64CC9B82-F2CA-411F-8ACD-164530445E5A}" sibTransId="{FC7B773A-55E3-4400-81C6-632A197A2F18}"/>
    <dgm:cxn modelId="{DA8F2F05-5355-4FAB-946F-DB0524F5CF84}" type="presOf" srcId="{41C19E66-5113-4EC9-B1FE-F8CE7C51D4E0}" destId="{68FECEBB-6B3C-4EE9-BF41-33F843AE4C0F}" srcOrd="0" destOrd="0" presId="urn:microsoft.com/office/officeart/2016/7/layout/RepeatingBendingProcessNew"/>
    <dgm:cxn modelId="{B158870F-8FBF-48DD-BF4B-8D696DE543AF}" type="presOf" srcId="{E45781B7-893F-471A-820B-357D6242B829}" destId="{02B0636D-BB56-4F4D-B49E-09ED9A9985E3}" srcOrd="1" destOrd="0" presId="urn:microsoft.com/office/officeart/2016/7/layout/RepeatingBendingProcessNew"/>
    <dgm:cxn modelId="{8C29CF13-35CA-4ECC-A991-EF96B6771EF5}" type="presOf" srcId="{C1CF1457-CDAF-48C3-9DE0-B5E6C2641328}" destId="{6D1F6490-64A2-4ED2-AC19-46E1309A5056}" srcOrd="0" destOrd="0" presId="urn:microsoft.com/office/officeart/2016/7/layout/RepeatingBendingProcessNew"/>
    <dgm:cxn modelId="{63712718-C9BA-4A14-B8BF-3922B4F97484}" type="presOf" srcId="{88408407-CF63-4708-BF53-FD26FD5BCEEB}" destId="{16DCA97F-E4F8-4C16-9EF3-CDABECA0AA52}" srcOrd="1" destOrd="0" presId="urn:microsoft.com/office/officeart/2016/7/layout/RepeatingBendingProcessNew"/>
    <dgm:cxn modelId="{9EF55019-6052-42C6-84ED-5103541685D1}" type="presOf" srcId="{7CD9D025-66A1-4ACC-967F-A825D65D2B82}" destId="{631A8710-936D-4003-83E2-AE4087CBBF0A}" srcOrd="0" destOrd="0" presId="urn:microsoft.com/office/officeart/2016/7/layout/RepeatingBendingProcessNew"/>
    <dgm:cxn modelId="{CD015C1A-940A-4669-99BE-5D63B1A4E07F}" type="presOf" srcId="{395E98A6-3FB1-4D14-98ED-D4C1FFD80661}" destId="{B0C085A0-6998-4512-AE81-81041B8E5986}" srcOrd="1" destOrd="0" presId="urn:microsoft.com/office/officeart/2016/7/layout/RepeatingBendingProcessNew"/>
    <dgm:cxn modelId="{DC738620-CA92-494D-8E46-A9CD710CEAAC}" type="presOf" srcId="{106F7167-A417-4647-BBD4-38DAAB22A179}" destId="{1A125A96-17A3-48C5-BA46-049F8D86DBF8}" srcOrd="1" destOrd="0" presId="urn:microsoft.com/office/officeart/2016/7/layout/RepeatingBendingProcessNew"/>
    <dgm:cxn modelId="{812EDF2E-0BEB-415B-833F-65F6CBD6165D}" srcId="{0EC10687-C05D-4DA4-B1C5-1645357BDD56}" destId="{CE30FD10-A49D-4A71-B46E-8127FA963B88}" srcOrd="4" destOrd="0" parTransId="{BC1FB1B6-0121-41B0-A2AD-61B0EE44EBC2}" sibTransId="{E45781B7-893F-471A-820B-357D6242B829}"/>
    <dgm:cxn modelId="{F9123838-C92D-41E3-B836-A36E031E752D}" srcId="{0EC10687-C05D-4DA4-B1C5-1645357BDD56}" destId="{4809538B-19A8-4B90-851B-38DF44EC2706}" srcOrd="10" destOrd="0" parTransId="{2B7C12AC-8BB0-4A53-BA75-FEAAE590C586}" sibTransId="{395E98A6-3FB1-4D14-98ED-D4C1FFD80661}"/>
    <dgm:cxn modelId="{1279ED3A-AC31-43BC-9301-6E1A6207AD29}" srcId="{0EC10687-C05D-4DA4-B1C5-1645357BDD56}" destId="{CAAFC0FB-30D0-4C98-878A-8C5D01014959}" srcOrd="8" destOrd="0" parTransId="{5F6EA5DB-02D3-4F39-8CE2-47951C87C3F2}" sibTransId="{3B8CEC94-5148-4878-8878-C5DFFBC3D246}"/>
    <dgm:cxn modelId="{48F9AC5B-7B56-4540-9C1E-6D4930D21C9E}" type="presOf" srcId="{24B7CF6F-D54A-46A7-94F5-1368DB23D76A}" destId="{74CEC9FA-82CC-408B-A82E-C7732D0BAE4F}" srcOrd="0" destOrd="0" presId="urn:microsoft.com/office/officeart/2016/7/layout/RepeatingBendingProcessNew"/>
    <dgm:cxn modelId="{7A7B3863-D403-4E65-B88A-210EED3E046A}" srcId="{0EC10687-C05D-4DA4-B1C5-1645357BDD56}" destId="{70593F9D-5D5C-4C0E-AB37-C8E1F6B6F577}" srcOrd="12" destOrd="0" parTransId="{4C383BE0-1E72-4E50-82BC-8F09FC7EA425}" sibTransId="{8278DEFC-9B97-4C39-BC43-8A0B5ED822B7}"/>
    <dgm:cxn modelId="{DB3C6744-1DF7-4B11-911B-A6AB2D278BB9}" type="presOf" srcId="{873776FF-91BC-45A8-8320-E90B9247961F}" destId="{E932AD16-CF67-4CC9-9105-2441D3CD909E}" srcOrd="0" destOrd="0" presId="urn:microsoft.com/office/officeart/2016/7/layout/RepeatingBendingProcessNew"/>
    <dgm:cxn modelId="{56E0B344-AC4B-4ED4-8542-640D3E08EA71}" type="presOf" srcId="{285C9EA9-49B1-4DAC-BC80-85EE5AD0E0B2}" destId="{5AFD2F51-9D6D-4DA7-B268-4818DB600ED5}" srcOrd="0" destOrd="0" presId="urn:microsoft.com/office/officeart/2016/7/layout/RepeatingBendingProcessNew"/>
    <dgm:cxn modelId="{BBC42E66-D9BC-4266-ACAD-56AFA296B808}" type="presOf" srcId="{B6FD952A-7855-4AFD-B0EE-906AC3D0843F}" destId="{D03EB12C-5AD4-4498-9CC4-0043B154E581}" srcOrd="0" destOrd="0" presId="urn:microsoft.com/office/officeart/2016/7/layout/RepeatingBendingProcessNew"/>
    <dgm:cxn modelId="{CD900547-1D65-432F-B92D-7C40A2F36046}" srcId="{0EC10687-C05D-4DA4-B1C5-1645357BDD56}" destId="{59DF2CB5-9110-4A27-A11F-6367F8B35BD7}" srcOrd="14" destOrd="0" parTransId="{CD47D195-78DD-497A-BB0C-0E32B16E2582}" sibTransId="{92E5BE98-A957-4536-91E6-F2236F91EFC9}"/>
    <dgm:cxn modelId="{7289D749-E4AD-47DF-A2CC-30693778D891}" type="presOf" srcId="{959544AE-E9BC-42AE-A56A-25B1B2C093CD}" destId="{1C2A2DFB-A631-4ABA-83A2-42E4D32FB662}" srcOrd="0" destOrd="0" presId="urn:microsoft.com/office/officeart/2016/7/layout/RepeatingBendingProcessNew"/>
    <dgm:cxn modelId="{C28F1C50-8BE7-4C65-B368-2ABAED64E552}" type="presOf" srcId="{8278DEFC-9B97-4C39-BC43-8A0B5ED822B7}" destId="{FA9BFD17-FE28-4DC7-8963-9D40ED6B2844}" srcOrd="0" destOrd="0" presId="urn:microsoft.com/office/officeart/2016/7/layout/RepeatingBendingProcessNew"/>
    <dgm:cxn modelId="{010C4372-9E6D-4EEF-9689-809B4DA8C089}" type="presOf" srcId="{E45781B7-893F-471A-820B-357D6242B829}" destId="{2537B83C-C365-4DEA-A1A9-218431217A71}" srcOrd="0" destOrd="0" presId="urn:microsoft.com/office/officeart/2016/7/layout/RepeatingBendingProcessNew"/>
    <dgm:cxn modelId="{E0A28D53-18F0-488B-BFED-1C93C75681E2}" srcId="{0EC10687-C05D-4DA4-B1C5-1645357BDD56}" destId="{ACA2D2D3-2917-46B5-95C7-79572A2CB3F2}" srcOrd="0" destOrd="0" parTransId="{26447C30-026D-4ACA-A977-466BDE7D38A0}" sibTransId="{4F7817C8-1B9F-41B9-951A-80F7CAF46D28}"/>
    <dgm:cxn modelId="{BDD9C073-8099-48FF-89DF-E4FA586CCE88}" type="presOf" srcId="{CE30FD10-A49D-4A71-B46E-8127FA963B88}" destId="{01A50E57-5C7C-4790-B3C5-43F6EDBB4F3B}" srcOrd="0" destOrd="0" presId="urn:microsoft.com/office/officeart/2016/7/layout/RepeatingBendingProcessNew"/>
    <dgm:cxn modelId="{DEE91F74-E8B9-4755-882A-1341A89F426D}" type="presOf" srcId="{ACA2D2D3-2917-46B5-95C7-79572A2CB3F2}" destId="{D7D66A23-646B-4BBD-A27D-5BF852657511}" srcOrd="0" destOrd="0" presId="urn:microsoft.com/office/officeart/2016/7/layout/RepeatingBendingProcessNew"/>
    <dgm:cxn modelId="{06D14355-37B0-4CD3-AF65-A3F27C036FF4}" type="presOf" srcId="{6CEFF25D-FEEB-4D2B-809C-BF10BAA3EA51}" destId="{08EE7CAF-AB98-43EF-9E87-2F2ECEAA4568}" srcOrd="0" destOrd="0" presId="urn:microsoft.com/office/officeart/2016/7/layout/RepeatingBendingProcessNew"/>
    <dgm:cxn modelId="{D9CADE58-E08D-4C0A-98A8-A953F4C0D506}" type="presOf" srcId="{4F7817C8-1B9F-41B9-951A-80F7CAF46D28}" destId="{78785AED-D127-4EB7-8BB0-E9DB2FC3F601}" srcOrd="0" destOrd="0" presId="urn:microsoft.com/office/officeart/2016/7/layout/RepeatingBendingProcessNew"/>
    <dgm:cxn modelId="{B491D55A-EE11-4780-80AD-5540E39492F0}" type="presOf" srcId="{3B8CEC94-5148-4878-8878-C5DFFBC3D246}" destId="{2E71FF27-8207-43ED-B667-D026B17340C5}" srcOrd="0" destOrd="0" presId="urn:microsoft.com/office/officeart/2016/7/layout/RepeatingBendingProcessNew"/>
    <dgm:cxn modelId="{40FEF37A-7DF7-418A-8E4A-2E1429A2F683}" type="presOf" srcId="{FC7B773A-55E3-4400-81C6-632A197A2F18}" destId="{624237B8-DBF4-4121-A466-899F0AB3010B}" srcOrd="1" destOrd="0" presId="urn:microsoft.com/office/officeart/2016/7/layout/RepeatingBendingProcessNew"/>
    <dgm:cxn modelId="{CD15A37C-BDFB-484B-92C0-D771A8190E4F}" srcId="{0EC10687-C05D-4DA4-B1C5-1645357BDD56}" destId="{285C9EA9-49B1-4DAC-BC80-85EE5AD0E0B2}" srcOrd="2" destOrd="0" parTransId="{8338B3B4-C05D-476F-A818-50BBA3FA0810}" sibTransId="{E130C8BE-9905-4A73-BD6A-56799C5A165F}"/>
    <dgm:cxn modelId="{91BD817D-2DDA-4420-98F1-D04C9EDDCAB7}" type="presOf" srcId="{D661114C-8E5C-4A41-A88E-B053B6B9A135}" destId="{6D358022-3811-418C-8559-ADC13A831A49}" srcOrd="0" destOrd="0" presId="urn:microsoft.com/office/officeart/2016/7/layout/RepeatingBendingProcessNew"/>
    <dgm:cxn modelId="{4AADC383-1DE9-4FD0-998E-5DC8D10C52E0}" type="presOf" srcId="{E29C8E9E-391C-4938-997A-9443AF765FC7}" destId="{F7F486AB-D096-4B21-BAC7-2EF2F3A8FED1}" srcOrd="0" destOrd="0" presId="urn:microsoft.com/office/officeart/2016/7/layout/RepeatingBendingProcessNew"/>
    <dgm:cxn modelId="{D8A24988-9B12-49D0-9D41-DC8768682A4A}" type="presOf" srcId="{4809538B-19A8-4B90-851B-38DF44EC2706}" destId="{36D1CC90-6722-4E9F-8160-2F4506B8D802}" srcOrd="0" destOrd="0" presId="urn:microsoft.com/office/officeart/2016/7/layout/RepeatingBendingProcessNew"/>
    <dgm:cxn modelId="{24CC898B-8B43-484C-A8DC-4808B404F1D8}" type="presOf" srcId="{70593F9D-5D5C-4C0E-AB37-C8E1F6B6F577}" destId="{F3FE94B8-58F7-4981-8B0F-FD156DDCFA5F}" srcOrd="0" destOrd="0" presId="urn:microsoft.com/office/officeart/2016/7/layout/RepeatingBendingProcessNew"/>
    <dgm:cxn modelId="{44BFEA8E-7988-463E-9999-02C5B20DE28F}" type="presOf" srcId="{8278DEFC-9B97-4C39-BC43-8A0B5ED822B7}" destId="{475EB2FD-0240-4F41-A470-22A87B873D47}" srcOrd="1" destOrd="0" presId="urn:microsoft.com/office/officeart/2016/7/layout/RepeatingBendingProcessNew"/>
    <dgm:cxn modelId="{E780808F-D1E6-4177-AA2D-814F5DBD6D8F}" srcId="{0EC10687-C05D-4DA4-B1C5-1645357BDD56}" destId="{B6FD952A-7855-4AFD-B0EE-906AC3D0843F}" srcOrd="9" destOrd="0" parTransId="{3940B34A-BC9B-42CA-8129-A7559A05CF78}" sibTransId="{106F7167-A417-4647-BBD4-38DAAB22A179}"/>
    <dgm:cxn modelId="{9684FE95-CD53-4AFA-A582-852B2403C7B2}" type="presOf" srcId="{E130C8BE-9905-4A73-BD6A-56799C5A165F}" destId="{E421D5FD-6252-45FA-AEFB-060064EEE083}" srcOrd="0" destOrd="0" presId="urn:microsoft.com/office/officeart/2016/7/layout/RepeatingBendingProcessNew"/>
    <dgm:cxn modelId="{C051FB9C-387F-4E52-85DF-EC152097B8D0}" type="presOf" srcId="{3B8CEC94-5148-4878-8878-C5DFFBC3D246}" destId="{8615DDA5-DED3-4198-A796-5497292952AF}" srcOrd="1" destOrd="0" presId="urn:microsoft.com/office/officeart/2016/7/layout/RepeatingBendingProcessNew"/>
    <dgm:cxn modelId="{D7CB2F9F-4701-4595-A668-047DBF667490}" srcId="{0EC10687-C05D-4DA4-B1C5-1645357BDD56}" destId="{7CD9D025-66A1-4ACC-967F-A825D65D2B82}" srcOrd="5" destOrd="0" parTransId="{2063B16B-0402-4E4B-8ED6-45FDBF62111C}" sibTransId="{77E0D7E4-D5C8-4F3C-84B8-DF57D113700C}"/>
    <dgm:cxn modelId="{C5411BA1-116A-443D-A9DF-77ACB69152BE}" type="presOf" srcId="{CAAFC0FB-30D0-4C98-878A-8C5D01014959}" destId="{D39222BF-CCA3-4ABE-BB81-5F69839E4B5C}" srcOrd="0" destOrd="0" presId="urn:microsoft.com/office/officeart/2016/7/layout/RepeatingBendingProcessNew"/>
    <dgm:cxn modelId="{FF5A23A2-8022-4BCB-9E49-51FDA1ED2840}" srcId="{0EC10687-C05D-4DA4-B1C5-1645357BDD56}" destId="{E29C8E9E-391C-4938-997A-9443AF765FC7}" srcOrd="3" destOrd="0" parTransId="{7BC2B9BA-664A-41AE-8359-589723140425}" sibTransId="{6CEFF25D-FEEB-4D2B-809C-BF10BAA3EA51}"/>
    <dgm:cxn modelId="{823E40A6-915D-4322-BA29-E36005308802}" type="presOf" srcId="{D661114C-8E5C-4A41-A88E-B053B6B9A135}" destId="{4A354F3E-80D1-46A7-9BEB-71EA59846F72}" srcOrd="1" destOrd="0" presId="urn:microsoft.com/office/officeart/2016/7/layout/RepeatingBendingProcessNew"/>
    <dgm:cxn modelId="{C31FF5A7-1921-4890-9E32-93B00C285A77}" type="presOf" srcId="{106F7167-A417-4647-BBD4-38DAAB22A179}" destId="{7FB28006-0A23-491C-B804-666AE8943916}" srcOrd="0" destOrd="0" presId="urn:microsoft.com/office/officeart/2016/7/layout/RepeatingBendingProcessNew"/>
    <dgm:cxn modelId="{02E70EAE-992D-4EE8-A7FF-F1743952A6FC}" srcId="{0EC10687-C05D-4DA4-B1C5-1645357BDD56}" destId="{BFDC2A83-75CA-4D44-907A-7260EBA37BDD}" srcOrd="6" destOrd="0" parTransId="{2251BDD8-F770-4888-873A-3AE0A1D6DB2C}" sibTransId="{D661114C-8E5C-4A41-A88E-B053B6B9A135}"/>
    <dgm:cxn modelId="{CB92E1AE-AA9B-49C8-9884-E3101AE791A0}" type="presOf" srcId="{77E0D7E4-D5C8-4F3C-84B8-DF57D113700C}" destId="{D7E82297-1108-4F27-B771-3D206CC456AC}" srcOrd="0" destOrd="0" presId="urn:microsoft.com/office/officeart/2016/7/layout/RepeatingBendingProcessNew"/>
    <dgm:cxn modelId="{DD2EF6AF-5EE7-4AAC-BA08-BBB8C0EBEE06}" type="presOf" srcId="{50A34319-2CB6-4AA7-B1D5-3F76A2107EE8}" destId="{A5F1E0AA-4052-48FA-8F7B-30ED90A93ADC}" srcOrd="0" destOrd="0" presId="urn:microsoft.com/office/officeart/2016/7/layout/RepeatingBendingProcessNew"/>
    <dgm:cxn modelId="{60203EB6-870F-4380-8FA9-BFC169642358}" type="presOf" srcId="{0EC10687-C05D-4DA4-B1C5-1645357BDD56}" destId="{5248F628-8F68-4B28-B0C5-B37DF1309FD6}" srcOrd="0" destOrd="0" presId="urn:microsoft.com/office/officeart/2016/7/layout/RepeatingBendingProcessNew"/>
    <dgm:cxn modelId="{B3E305B8-5FC0-4491-91A1-9D0CFC2CC472}" type="presOf" srcId="{C1CF1457-CDAF-48C3-9DE0-B5E6C2641328}" destId="{D74F269E-1213-4FF0-A374-2B04CD6A71C5}" srcOrd="1" destOrd="0" presId="urn:microsoft.com/office/officeart/2016/7/layout/RepeatingBendingProcessNew"/>
    <dgm:cxn modelId="{8DAD53B8-2DFB-4E8F-A6AC-3757012B5A23}" type="presOf" srcId="{6CEFF25D-FEEB-4D2B-809C-BF10BAA3EA51}" destId="{9C732138-4566-40FB-8BC3-24EB5DA4A292}" srcOrd="1" destOrd="0" presId="urn:microsoft.com/office/officeart/2016/7/layout/RepeatingBendingProcessNew"/>
    <dgm:cxn modelId="{4D5783C8-32F2-4046-9A0D-A0BCB051A867}" type="presOf" srcId="{FC7B773A-55E3-4400-81C6-632A197A2F18}" destId="{48EADF74-FA38-4923-821A-3A305A1B928B}" srcOrd="0" destOrd="0" presId="urn:microsoft.com/office/officeart/2016/7/layout/RepeatingBendingProcessNew"/>
    <dgm:cxn modelId="{FB3AC4CA-AE73-495F-B889-446394FB88D1}" srcId="{0EC10687-C05D-4DA4-B1C5-1645357BDD56}" destId="{24B7CF6F-D54A-46A7-94F5-1368DB23D76A}" srcOrd="7" destOrd="0" parTransId="{A2F990B0-FA17-4045-B252-34DE15FB7E25}" sibTransId="{88408407-CF63-4708-BF53-FD26FD5BCEEB}"/>
    <dgm:cxn modelId="{38DE29CD-A853-498A-ACC8-5A3553A528B1}" type="presOf" srcId="{88408407-CF63-4708-BF53-FD26FD5BCEEB}" destId="{BECC1224-C8B3-44CC-B60C-D06F68E2E042}" srcOrd="0" destOrd="0" presId="urn:microsoft.com/office/officeart/2016/7/layout/RepeatingBendingProcessNew"/>
    <dgm:cxn modelId="{6A3287D4-7FA2-41B9-AF1E-7991A5BE2A05}" type="presOf" srcId="{4F7817C8-1B9F-41B9-951A-80F7CAF46D28}" destId="{FDA8FBE5-E32F-4584-80C4-B4C5D3FCD860}" srcOrd="1" destOrd="0" presId="urn:microsoft.com/office/officeart/2016/7/layout/RepeatingBendingProcessNew"/>
    <dgm:cxn modelId="{9ACA43D9-A5EC-4084-829E-6B1A0D32A2B1}" type="presOf" srcId="{395E98A6-3FB1-4D14-98ED-D4C1FFD80661}" destId="{934EB303-8EDB-43C1-AFF6-F907DA29D3AC}" srcOrd="0" destOrd="0" presId="urn:microsoft.com/office/officeart/2016/7/layout/RepeatingBendingProcessNew"/>
    <dgm:cxn modelId="{8EEF51E7-50EA-402D-B287-C177DEB38D4B}" type="presOf" srcId="{E130C8BE-9905-4A73-BD6A-56799C5A165F}" destId="{5A9CAF6C-2C36-4EEB-8FBB-E522118E17F2}" srcOrd="1" destOrd="0" presId="urn:microsoft.com/office/officeart/2016/7/layout/RepeatingBendingProcessNew"/>
    <dgm:cxn modelId="{4DB5EBE7-CFDF-4D61-BFC6-269FD4DD106F}" type="presOf" srcId="{59DF2CB5-9110-4A27-A11F-6367F8B35BD7}" destId="{C052ED34-5BB3-41D6-BB28-FE418EF3DEB5}" srcOrd="0" destOrd="0" presId="urn:microsoft.com/office/officeart/2016/7/layout/RepeatingBendingProcessNew"/>
    <dgm:cxn modelId="{CA23E5E9-4D1F-47BE-88DF-D8200AF5A8DF}" type="presOf" srcId="{77E0D7E4-D5C8-4F3C-84B8-DF57D113700C}" destId="{C61D4D56-D7F1-4652-A0A1-7A90DCECE1DB}" srcOrd="1" destOrd="0" presId="urn:microsoft.com/office/officeart/2016/7/layout/RepeatingBendingProcessNew"/>
    <dgm:cxn modelId="{B54EFCEC-9A2C-4289-9B58-75C75A834166}" type="presOf" srcId="{BFDC2A83-75CA-4D44-907A-7260EBA37BDD}" destId="{9575586A-6B65-48C9-9BF2-C2D886432779}" srcOrd="0" destOrd="0" presId="urn:microsoft.com/office/officeart/2016/7/layout/RepeatingBendingProcessNew"/>
    <dgm:cxn modelId="{9EBC8BEF-3016-43AE-B433-FE54EFEFEF16}" srcId="{0EC10687-C05D-4DA4-B1C5-1645357BDD56}" destId="{41C19E66-5113-4EC9-B1FE-F8CE7C51D4E0}" srcOrd="11" destOrd="0" parTransId="{332F9E87-D5D8-4CAF-8325-826F987DCE67}" sibTransId="{C1CF1457-CDAF-48C3-9DE0-B5E6C2641328}"/>
    <dgm:cxn modelId="{F1CAD5F3-3D8A-43AD-90CC-B58626CAB9E8}" type="presOf" srcId="{873776FF-91BC-45A8-8320-E90B9247961F}" destId="{6F439BE1-6E67-4EF1-8B35-AC9E7AE7705B}" srcOrd="1" destOrd="0" presId="urn:microsoft.com/office/officeart/2016/7/layout/RepeatingBendingProcessNew"/>
    <dgm:cxn modelId="{DA986EFD-DCC6-447B-A246-A2AB7A7E779B}" srcId="{0EC10687-C05D-4DA4-B1C5-1645357BDD56}" destId="{50A34319-2CB6-4AA7-B1D5-3F76A2107EE8}" srcOrd="13" destOrd="0" parTransId="{252102D8-B6AF-4906-9123-1968B7A94944}" sibTransId="{873776FF-91BC-45A8-8320-E90B9247961F}"/>
    <dgm:cxn modelId="{F7B646FB-703F-48F3-902F-5A968CE76C80}" type="presParOf" srcId="{5248F628-8F68-4B28-B0C5-B37DF1309FD6}" destId="{D7D66A23-646B-4BBD-A27D-5BF852657511}" srcOrd="0" destOrd="0" presId="urn:microsoft.com/office/officeart/2016/7/layout/RepeatingBendingProcessNew"/>
    <dgm:cxn modelId="{D277144C-DFFC-48C8-9070-FCDA54753AC5}" type="presParOf" srcId="{5248F628-8F68-4B28-B0C5-B37DF1309FD6}" destId="{78785AED-D127-4EB7-8BB0-E9DB2FC3F601}" srcOrd="1" destOrd="0" presId="urn:microsoft.com/office/officeart/2016/7/layout/RepeatingBendingProcessNew"/>
    <dgm:cxn modelId="{0EAE96AC-C0C8-4737-9DDD-3806550C531F}" type="presParOf" srcId="{78785AED-D127-4EB7-8BB0-E9DB2FC3F601}" destId="{FDA8FBE5-E32F-4584-80C4-B4C5D3FCD860}" srcOrd="0" destOrd="0" presId="urn:microsoft.com/office/officeart/2016/7/layout/RepeatingBendingProcessNew"/>
    <dgm:cxn modelId="{58ED6B5D-ADEA-4DBB-9885-CF24380DFD5E}" type="presParOf" srcId="{5248F628-8F68-4B28-B0C5-B37DF1309FD6}" destId="{1C2A2DFB-A631-4ABA-83A2-42E4D32FB662}" srcOrd="2" destOrd="0" presId="urn:microsoft.com/office/officeart/2016/7/layout/RepeatingBendingProcessNew"/>
    <dgm:cxn modelId="{F1CE88E3-D64F-42A8-BF0B-4D98D6BF0098}" type="presParOf" srcId="{5248F628-8F68-4B28-B0C5-B37DF1309FD6}" destId="{48EADF74-FA38-4923-821A-3A305A1B928B}" srcOrd="3" destOrd="0" presId="urn:microsoft.com/office/officeart/2016/7/layout/RepeatingBendingProcessNew"/>
    <dgm:cxn modelId="{509E1541-318F-42A5-BA00-D6A000910F5A}" type="presParOf" srcId="{48EADF74-FA38-4923-821A-3A305A1B928B}" destId="{624237B8-DBF4-4121-A466-899F0AB3010B}" srcOrd="0" destOrd="0" presId="urn:microsoft.com/office/officeart/2016/7/layout/RepeatingBendingProcessNew"/>
    <dgm:cxn modelId="{8E92B006-8D0E-49C0-9854-C8DBD971D573}" type="presParOf" srcId="{5248F628-8F68-4B28-B0C5-B37DF1309FD6}" destId="{5AFD2F51-9D6D-4DA7-B268-4818DB600ED5}" srcOrd="4" destOrd="0" presId="urn:microsoft.com/office/officeart/2016/7/layout/RepeatingBendingProcessNew"/>
    <dgm:cxn modelId="{B0C3E05A-6985-485A-A9A3-7E515D7A2357}" type="presParOf" srcId="{5248F628-8F68-4B28-B0C5-B37DF1309FD6}" destId="{E421D5FD-6252-45FA-AEFB-060064EEE083}" srcOrd="5" destOrd="0" presId="urn:microsoft.com/office/officeart/2016/7/layout/RepeatingBendingProcessNew"/>
    <dgm:cxn modelId="{CD1B2179-22D6-4C84-AD51-3B63019E4C64}" type="presParOf" srcId="{E421D5FD-6252-45FA-AEFB-060064EEE083}" destId="{5A9CAF6C-2C36-4EEB-8FBB-E522118E17F2}" srcOrd="0" destOrd="0" presId="urn:microsoft.com/office/officeart/2016/7/layout/RepeatingBendingProcessNew"/>
    <dgm:cxn modelId="{379F7C4B-0215-427C-A117-F0BF151B9167}" type="presParOf" srcId="{5248F628-8F68-4B28-B0C5-B37DF1309FD6}" destId="{F7F486AB-D096-4B21-BAC7-2EF2F3A8FED1}" srcOrd="6" destOrd="0" presId="urn:microsoft.com/office/officeart/2016/7/layout/RepeatingBendingProcessNew"/>
    <dgm:cxn modelId="{25545AC4-D60E-41F3-9F0F-78CDB61E541E}" type="presParOf" srcId="{5248F628-8F68-4B28-B0C5-B37DF1309FD6}" destId="{08EE7CAF-AB98-43EF-9E87-2F2ECEAA4568}" srcOrd="7" destOrd="0" presId="urn:microsoft.com/office/officeart/2016/7/layout/RepeatingBendingProcessNew"/>
    <dgm:cxn modelId="{D5FF8AD9-E249-4E3C-A5B1-9F15D34ED0A5}" type="presParOf" srcId="{08EE7CAF-AB98-43EF-9E87-2F2ECEAA4568}" destId="{9C732138-4566-40FB-8BC3-24EB5DA4A292}" srcOrd="0" destOrd="0" presId="urn:microsoft.com/office/officeart/2016/7/layout/RepeatingBendingProcessNew"/>
    <dgm:cxn modelId="{31F7E9D6-37D9-40E5-9DA9-0AC3B0E2BB36}" type="presParOf" srcId="{5248F628-8F68-4B28-B0C5-B37DF1309FD6}" destId="{01A50E57-5C7C-4790-B3C5-43F6EDBB4F3B}" srcOrd="8" destOrd="0" presId="urn:microsoft.com/office/officeart/2016/7/layout/RepeatingBendingProcessNew"/>
    <dgm:cxn modelId="{BB94F2AF-E74F-424E-BB9D-7B1C4D13F5ED}" type="presParOf" srcId="{5248F628-8F68-4B28-B0C5-B37DF1309FD6}" destId="{2537B83C-C365-4DEA-A1A9-218431217A71}" srcOrd="9" destOrd="0" presId="urn:microsoft.com/office/officeart/2016/7/layout/RepeatingBendingProcessNew"/>
    <dgm:cxn modelId="{8583F0CE-4F02-4528-98F2-7B331A289B78}" type="presParOf" srcId="{2537B83C-C365-4DEA-A1A9-218431217A71}" destId="{02B0636D-BB56-4F4D-B49E-09ED9A9985E3}" srcOrd="0" destOrd="0" presId="urn:microsoft.com/office/officeart/2016/7/layout/RepeatingBendingProcessNew"/>
    <dgm:cxn modelId="{96F3C366-EC74-414D-AA72-8CC29B185313}" type="presParOf" srcId="{5248F628-8F68-4B28-B0C5-B37DF1309FD6}" destId="{631A8710-936D-4003-83E2-AE4087CBBF0A}" srcOrd="10" destOrd="0" presId="urn:microsoft.com/office/officeart/2016/7/layout/RepeatingBendingProcessNew"/>
    <dgm:cxn modelId="{85B54613-E709-4D50-B7AB-1ACD531850B3}" type="presParOf" srcId="{5248F628-8F68-4B28-B0C5-B37DF1309FD6}" destId="{D7E82297-1108-4F27-B771-3D206CC456AC}" srcOrd="11" destOrd="0" presId="urn:microsoft.com/office/officeart/2016/7/layout/RepeatingBendingProcessNew"/>
    <dgm:cxn modelId="{8A644952-23C2-40FB-9611-9917327FAFBA}" type="presParOf" srcId="{D7E82297-1108-4F27-B771-3D206CC456AC}" destId="{C61D4D56-D7F1-4652-A0A1-7A90DCECE1DB}" srcOrd="0" destOrd="0" presId="urn:microsoft.com/office/officeart/2016/7/layout/RepeatingBendingProcessNew"/>
    <dgm:cxn modelId="{62ED672B-2BB1-4882-A3B2-AC8DE09D1370}" type="presParOf" srcId="{5248F628-8F68-4B28-B0C5-B37DF1309FD6}" destId="{9575586A-6B65-48C9-9BF2-C2D886432779}" srcOrd="12" destOrd="0" presId="urn:microsoft.com/office/officeart/2016/7/layout/RepeatingBendingProcessNew"/>
    <dgm:cxn modelId="{DC52DF15-D657-4779-80B2-9D75D40B7003}" type="presParOf" srcId="{5248F628-8F68-4B28-B0C5-B37DF1309FD6}" destId="{6D358022-3811-418C-8559-ADC13A831A49}" srcOrd="13" destOrd="0" presId="urn:microsoft.com/office/officeart/2016/7/layout/RepeatingBendingProcessNew"/>
    <dgm:cxn modelId="{2626E301-1767-4513-B6C9-49E9FB2D4226}" type="presParOf" srcId="{6D358022-3811-418C-8559-ADC13A831A49}" destId="{4A354F3E-80D1-46A7-9BEB-71EA59846F72}" srcOrd="0" destOrd="0" presId="urn:microsoft.com/office/officeart/2016/7/layout/RepeatingBendingProcessNew"/>
    <dgm:cxn modelId="{D28D2A01-E2A0-4A58-93A1-B5BAF04CBF12}" type="presParOf" srcId="{5248F628-8F68-4B28-B0C5-B37DF1309FD6}" destId="{74CEC9FA-82CC-408B-A82E-C7732D0BAE4F}" srcOrd="14" destOrd="0" presId="urn:microsoft.com/office/officeart/2016/7/layout/RepeatingBendingProcessNew"/>
    <dgm:cxn modelId="{227597EE-6B5E-40D3-A7BB-A6C14456BCAE}" type="presParOf" srcId="{5248F628-8F68-4B28-B0C5-B37DF1309FD6}" destId="{BECC1224-C8B3-44CC-B60C-D06F68E2E042}" srcOrd="15" destOrd="0" presId="urn:microsoft.com/office/officeart/2016/7/layout/RepeatingBendingProcessNew"/>
    <dgm:cxn modelId="{443E8FFB-A0D0-406F-8EE8-7D575A3D4EDD}" type="presParOf" srcId="{BECC1224-C8B3-44CC-B60C-D06F68E2E042}" destId="{16DCA97F-E4F8-4C16-9EF3-CDABECA0AA52}" srcOrd="0" destOrd="0" presId="urn:microsoft.com/office/officeart/2016/7/layout/RepeatingBendingProcessNew"/>
    <dgm:cxn modelId="{6CFE2C76-2417-46D2-AB2D-FD2C013DA8A8}" type="presParOf" srcId="{5248F628-8F68-4B28-B0C5-B37DF1309FD6}" destId="{D39222BF-CCA3-4ABE-BB81-5F69839E4B5C}" srcOrd="16" destOrd="0" presId="urn:microsoft.com/office/officeart/2016/7/layout/RepeatingBendingProcessNew"/>
    <dgm:cxn modelId="{E85D6F19-65A5-4195-B083-316A12258546}" type="presParOf" srcId="{5248F628-8F68-4B28-B0C5-B37DF1309FD6}" destId="{2E71FF27-8207-43ED-B667-D026B17340C5}" srcOrd="17" destOrd="0" presId="urn:microsoft.com/office/officeart/2016/7/layout/RepeatingBendingProcessNew"/>
    <dgm:cxn modelId="{71CCDFE7-D4F2-42AF-B631-6FBBBD0ECC0D}" type="presParOf" srcId="{2E71FF27-8207-43ED-B667-D026B17340C5}" destId="{8615DDA5-DED3-4198-A796-5497292952AF}" srcOrd="0" destOrd="0" presId="urn:microsoft.com/office/officeart/2016/7/layout/RepeatingBendingProcessNew"/>
    <dgm:cxn modelId="{87A6A4BC-D759-459B-9A87-4B8E5DB226BA}" type="presParOf" srcId="{5248F628-8F68-4B28-B0C5-B37DF1309FD6}" destId="{D03EB12C-5AD4-4498-9CC4-0043B154E581}" srcOrd="18" destOrd="0" presId="urn:microsoft.com/office/officeart/2016/7/layout/RepeatingBendingProcessNew"/>
    <dgm:cxn modelId="{FF24E940-840E-40B2-884D-8CA7B9D88210}" type="presParOf" srcId="{5248F628-8F68-4B28-B0C5-B37DF1309FD6}" destId="{7FB28006-0A23-491C-B804-666AE8943916}" srcOrd="19" destOrd="0" presId="urn:microsoft.com/office/officeart/2016/7/layout/RepeatingBendingProcessNew"/>
    <dgm:cxn modelId="{2202E356-EA66-4335-B72A-E5426CE97455}" type="presParOf" srcId="{7FB28006-0A23-491C-B804-666AE8943916}" destId="{1A125A96-17A3-48C5-BA46-049F8D86DBF8}" srcOrd="0" destOrd="0" presId="urn:microsoft.com/office/officeart/2016/7/layout/RepeatingBendingProcessNew"/>
    <dgm:cxn modelId="{0852AF48-3382-4C6E-A48A-66E182C39C77}" type="presParOf" srcId="{5248F628-8F68-4B28-B0C5-B37DF1309FD6}" destId="{36D1CC90-6722-4E9F-8160-2F4506B8D802}" srcOrd="20" destOrd="0" presId="urn:microsoft.com/office/officeart/2016/7/layout/RepeatingBendingProcessNew"/>
    <dgm:cxn modelId="{D68EE141-94EF-4EE0-BDFD-2108F06D17F2}" type="presParOf" srcId="{5248F628-8F68-4B28-B0C5-B37DF1309FD6}" destId="{934EB303-8EDB-43C1-AFF6-F907DA29D3AC}" srcOrd="21" destOrd="0" presId="urn:microsoft.com/office/officeart/2016/7/layout/RepeatingBendingProcessNew"/>
    <dgm:cxn modelId="{354AD6E7-B47F-4179-9AE3-07E47B33B29A}" type="presParOf" srcId="{934EB303-8EDB-43C1-AFF6-F907DA29D3AC}" destId="{B0C085A0-6998-4512-AE81-81041B8E5986}" srcOrd="0" destOrd="0" presId="urn:microsoft.com/office/officeart/2016/7/layout/RepeatingBendingProcessNew"/>
    <dgm:cxn modelId="{CDD2021C-6626-4129-A5C1-DA0EB4B1670C}" type="presParOf" srcId="{5248F628-8F68-4B28-B0C5-B37DF1309FD6}" destId="{68FECEBB-6B3C-4EE9-BF41-33F843AE4C0F}" srcOrd="22" destOrd="0" presId="urn:microsoft.com/office/officeart/2016/7/layout/RepeatingBendingProcessNew"/>
    <dgm:cxn modelId="{BE8950BD-D9B6-48B8-9902-14D50E63C73B}" type="presParOf" srcId="{5248F628-8F68-4B28-B0C5-B37DF1309FD6}" destId="{6D1F6490-64A2-4ED2-AC19-46E1309A5056}" srcOrd="23" destOrd="0" presId="urn:microsoft.com/office/officeart/2016/7/layout/RepeatingBendingProcessNew"/>
    <dgm:cxn modelId="{D3C61EBE-7448-4B4E-AFDE-27904C849E73}" type="presParOf" srcId="{6D1F6490-64A2-4ED2-AC19-46E1309A5056}" destId="{D74F269E-1213-4FF0-A374-2B04CD6A71C5}" srcOrd="0" destOrd="0" presId="urn:microsoft.com/office/officeart/2016/7/layout/RepeatingBendingProcessNew"/>
    <dgm:cxn modelId="{9DDCAE29-0516-472C-BCB0-C8A2ECC5ADF4}" type="presParOf" srcId="{5248F628-8F68-4B28-B0C5-B37DF1309FD6}" destId="{F3FE94B8-58F7-4981-8B0F-FD156DDCFA5F}" srcOrd="24" destOrd="0" presId="urn:microsoft.com/office/officeart/2016/7/layout/RepeatingBendingProcessNew"/>
    <dgm:cxn modelId="{595C1B7E-E71D-49C4-B259-247DDB781DDC}" type="presParOf" srcId="{5248F628-8F68-4B28-B0C5-B37DF1309FD6}" destId="{FA9BFD17-FE28-4DC7-8963-9D40ED6B2844}" srcOrd="25" destOrd="0" presId="urn:microsoft.com/office/officeart/2016/7/layout/RepeatingBendingProcessNew"/>
    <dgm:cxn modelId="{F85212E0-D435-4F82-9A8C-113AEF9940B1}" type="presParOf" srcId="{FA9BFD17-FE28-4DC7-8963-9D40ED6B2844}" destId="{475EB2FD-0240-4F41-A470-22A87B873D47}" srcOrd="0" destOrd="0" presId="urn:microsoft.com/office/officeart/2016/7/layout/RepeatingBendingProcessNew"/>
    <dgm:cxn modelId="{705AFEDE-169E-44F0-AC64-647881EDEC12}" type="presParOf" srcId="{5248F628-8F68-4B28-B0C5-B37DF1309FD6}" destId="{A5F1E0AA-4052-48FA-8F7B-30ED90A93ADC}" srcOrd="26" destOrd="0" presId="urn:microsoft.com/office/officeart/2016/7/layout/RepeatingBendingProcessNew"/>
    <dgm:cxn modelId="{5D7C8C05-E30C-447F-88B4-644B75755EE4}" type="presParOf" srcId="{5248F628-8F68-4B28-B0C5-B37DF1309FD6}" destId="{E932AD16-CF67-4CC9-9105-2441D3CD909E}" srcOrd="27" destOrd="0" presId="urn:microsoft.com/office/officeart/2016/7/layout/RepeatingBendingProcessNew"/>
    <dgm:cxn modelId="{2B949407-601F-4582-ACCB-AA4A13DB786C}" type="presParOf" srcId="{E932AD16-CF67-4CC9-9105-2441D3CD909E}" destId="{6F439BE1-6E67-4EF1-8B35-AC9E7AE7705B}" srcOrd="0" destOrd="0" presId="urn:microsoft.com/office/officeart/2016/7/layout/RepeatingBendingProcessNew"/>
    <dgm:cxn modelId="{058C1DDB-2DB6-4E4E-A62E-6B30A19D6A89}" type="presParOf" srcId="{5248F628-8F68-4B28-B0C5-B37DF1309FD6}" destId="{C052ED34-5BB3-41D6-BB28-FE418EF3DEB5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65684-B182-471A-9A04-202A2CC39359}">
      <dsp:nvSpPr>
        <dsp:cNvPr id="0" name=""/>
        <dsp:cNvSpPr/>
      </dsp:nvSpPr>
      <dsp:spPr>
        <a:xfrm>
          <a:off x="0" y="15059"/>
          <a:ext cx="5375383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Promovarea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reprezentarea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apărarea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drepturilor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intereselor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aflați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în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prezent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dar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în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trecut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în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sistemul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protecție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specială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la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nivel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local, regional,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național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internațional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 </a:t>
          </a:r>
        </a:p>
      </dsp:txBody>
      <dsp:txXfrm>
        <a:off x="47976" y="63035"/>
        <a:ext cx="5279431" cy="886848"/>
      </dsp:txXfrm>
    </dsp:sp>
    <dsp:sp modelId="{5C9BE05F-C181-4B5C-998A-2FFE401E1BA3}">
      <dsp:nvSpPr>
        <dsp:cNvPr id="0" name=""/>
        <dsp:cNvSpPr/>
      </dsp:nvSpPr>
      <dsp:spPr>
        <a:xfrm>
          <a:off x="0" y="1038179"/>
          <a:ext cx="5375383" cy="982800"/>
        </a:xfrm>
        <a:prstGeom prst="roundRect">
          <a:avLst/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Colaborarea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cu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autoritățile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publice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cu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alte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personae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juridice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din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țară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 din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străinătate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cu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atribuții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privind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protecția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drepturilor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 </a:t>
          </a:r>
        </a:p>
      </dsp:txBody>
      <dsp:txXfrm>
        <a:off x="47976" y="1086155"/>
        <a:ext cx="5279431" cy="886848"/>
      </dsp:txXfrm>
    </dsp:sp>
    <dsp:sp modelId="{BCE813E4-270E-4CB5-A850-4ECCFA074C11}">
      <dsp:nvSpPr>
        <dsp:cNvPr id="0" name=""/>
        <dsp:cNvSpPr/>
      </dsp:nvSpPr>
      <dsp:spPr>
        <a:xfrm>
          <a:off x="0" y="2061299"/>
          <a:ext cx="5375383" cy="982800"/>
        </a:xfrm>
        <a:prstGeom prst="roundRec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Identificarea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elaborarea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politicilor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publice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privind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post-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 la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toate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nivelurile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inclusiv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elaborarea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amendamente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legislative. </a:t>
          </a:r>
        </a:p>
      </dsp:txBody>
      <dsp:txXfrm>
        <a:off x="47976" y="2109275"/>
        <a:ext cx="5279431" cy="886848"/>
      </dsp:txXfrm>
    </dsp:sp>
    <dsp:sp modelId="{EEC29206-56E3-49D1-AB0B-4425BA7956C8}">
      <dsp:nvSpPr>
        <dsp:cNvPr id="0" name=""/>
        <dsp:cNvSpPr/>
      </dsp:nvSpPr>
      <dsp:spPr>
        <a:xfrm>
          <a:off x="0" y="3084419"/>
          <a:ext cx="5375383" cy="982800"/>
        </a:xfrm>
        <a:prstGeom prst="roundRect">
          <a:avLst/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Contribuirea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la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dezvoltarea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mișcării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asociative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tineret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a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studenților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a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altor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mișcări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conexe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din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România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</a:t>
          </a:r>
        </a:p>
      </dsp:txBody>
      <dsp:txXfrm>
        <a:off x="47976" y="3132395"/>
        <a:ext cx="5279431" cy="886848"/>
      </dsp:txXfrm>
    </dsp:sp>
    <dsp:sp modelId="{C57D3522-E91E-4233-9870-08CD7020FBB6}">
      <dsp:nvSpPr>
        <dsp:cNvPr id="0" name=""/>
        <dsp:cNvSpPr/>
      </dsp:nvSpPr>
      <dsp:spPr>
        <a:xfrm>
          <a:off x="0" y="4107540"/>
          <a:ext cx="5375383" cy="982800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Dezvoltarea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programe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de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activități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pentru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consilierea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psihologică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socială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,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juridică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medicală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pentru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copiii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și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tinerii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en-US" sz="1400" b="0" kern="1200" dirty="0" err="1">
              <a:solidFill>
                <a:srgbClr val="FFFFFF"/>
              </a:solidFill>
              <a:latin typeface="Grandview Display"/>
              <a:ea typeface="+mn-ea"/>
              <a:cs typeface="+mn-cs"/>
            </a:rPr>
            <a:t>instituționalizați</a:t>
          </a:r>
          <a:r>
            <a:rPr lang="en-US" sz="1400" b="0" kern="120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. </a:t>
          </a:r>
        </a:p>
      </dsp:txBody>
      <dsp:txXfrm>
        <a:off x="47976" y="4155516"/>
        <a:ext cx="5279431" cy="886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0E9DB-4635-4AD3-80D8-1B5B5653ABC3}">
      <dsp:nvSpPr>
        <dsp:cNvPr id="0" name=""/>
        <dsp:cNvSpPr/>
      </dsp:nvSpPr>
      <dsp:spPr>
        <a:xfrm>
          <a:off x="1803096" y="460126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0754" y="503918"/>
        <a:ext cx="19258" cy="3855"/>
      </dsp:txXfrm>
    </dsp:sp>
    <dsp:sp modelId="{E561CB45-2BF3-4C1E-BBA9-921E81198871}">
      <dsp:nvSpPr>
        <dsp:cNvPr id="0" name=""/>
        <dsp:cNvSpPr/>
      </dsp:nvSpPr>
      <dsp:spPr>
        <a:xfrm>
          <a:off x="130225" y="3445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MEDIERE: între instituțiile statului și beneficiari ai sistemului de protecție a copilului în vederea susținerii vocii acestora. </a:t>
          </a:r>
        </a:p>
      </dsp:txBody>
      <dsp:txXfrm>
        <a:off x="130225" y="3445"/>
        <a:ext cx="1674671" cy="1004802"/>
      </dsp:txXfrm>
    </dsp:sp>
    <dsp:sp modelId="{7025ACDF-5D4B-4B57-947C-592DF632D1CD}">
      <dsp:nvSpPr>
        <dsp:cNvPr id="0" name=""/>
        <dsp:cNvSpPr/>
      </dsp:nvSpPr>
      <dsp:spPr>
        <a:xfrm>
          <a:off x="3862942" y="460126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0599" y="503918"/>
        <a:ext cx="19258" cy="3855"/>
      </dsp:txXfrm>
    </dsp:sp>
    <dsp:sp modelId="{4F7FE88B-59F2-420F-AE44-A38334694F25}">
      <dsp:nvSpPr>
        <dsp:cNvPr id="0" name=""/>
        <dsp:cNvSpPr/>
      </dsp:nvSpPr>
      <dsp:spPr>
        <a:xfrm>
          <a:off x="2190070" y="3445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CONSILIERE PSIHOLOGICĂ</a:t>
          </a:r>
        </a:p>
      </dsp:txBody>
      <dsp:txXfrm>
        <a:off x="2190070" y="3445"/>
        <a:ext cx="1674671" cy="1004802"/>
      </dsp:txXfrm>
    </dsp:sp>
    <dsp:sp modelId="{C342802B-AA8F-4F92-A9FF-C15E9A595A36}">
      <dsp:nvSpPr>
        <dsp:cNvPr id="0" name=""/>
        <dsp:cNvSpPr/>
      </dsp:nvSpPr>
      <dsp:spPr>
        <a:xfrm>
          <a:off x="967561" y="1006447"/>
          <a:ext cx="4119690" cy="354574"/>
        </a:xfrm>
        <a:custGeom>
          <a:avLst/>
          <a:gdLst/>
          <a:ahLst/>
          <a:cxnLst/>
          <a:rect l="0" t="0" r="0" b="0"/>
          <a:pathLst>
            <a:path>
              <a:moveTo>
                <a:pt x="4119690" y="0"/>
              </a:moveTo>
              <a:lnTo>
                <a:pt x="4119690" y="194387"/>
              </a:lnTo>
              <a:lnTo>
                <a:pt x="0" y="194387"/>
              </a:lnTo>
              <a:lnTo>
                <a:pt x="0" y="3545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3965" y="1181807"/>
        <a:ext cx="206882" cy="3855"/>
      </dsp:txXfrm>
    </dsp:sp>
    <dsp:sp modelId="{BD3E7DE7-010C-4A4D-A035-779071B60031}">
      <dsp:nvSpPr>
        <dsp:cNvPr id="0" name=""/>
        <dsp:cNvSpPr/>
      </dsp:nvSpPr>
      <dsp:spPr>
        <a:xfrm>
          <a:off x="4249916" y="3445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CONSILIERE SOCIALĂ</a:t>
          </a:r>
        </a:p>
      </dsp:txBody>
      <dsp:txXfrm>
        <a:off x="4249916" y="3445"/>
        <a:ext cx="1674671" cy="1004802"/>
      </dsp:txXfrm>
    </dsp:sp>
    <dsp:sp modelId="{5A39BD48-0761-44AE-A9C7-91B5AAEC6CF6}">
      <dsp:nvSpPr>
        <dsp:cNvPr id="0" name=""/>
        <dsp:cNvSpPr/>
      </dsp:nvSpPr>
      <dsp:spPr>
        <a:xfrm>
          <a:off x="1803096" y="1850103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0754" y="1893895"/>
        <a:ext cx="19258" cy="3855"/>
      </dsp:txXfrm>
    </dsp:sp>
    <dsp:sp modelId="{745D71E9-91F9-44DD-AEFF-AC993DC50A11}">
      <dsp:nvSpPr>
        <dsp:cNvPr id="0" name=""/>
        <dsp:cNvSpPr/>
      </dsp:nvSpPr>
      <dsp:spPr>
        <a:xfrm>
          <a:off x="130225" y="1393422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CONSILIERE FINANCIARĂ ȘI ANTREPRENORIAT SOCIAL</a:t>
          </a:r>
        </a:p>
      </dsp:txBody>
      <dsp:txXfrm>
        <a:off x="130225" y="1393422"/>
        <a:ext cx="1674671" cy="1004802"/>
      </dsp:txXfrm>
    </dsp:sp>
    <dsp:sp modelId="{698D20CB-DF48-4FCD-B24E-B64310D55220}">
      <dsp:nvSpPr>
        <dsp:cNvPr id="0" name=""/>
        <dsp:cNvSpPr/>
      </dsp:nvSpPr>
      <dsp:spPr>
        <a:xfrm>
          <a:off x="3862942" y="1850103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0599" y="1893895"/>
        <a:ext cx="19258" cy="3855"/>
      </dsp:txXfrm>
    </dsp:sp>
    <dsp:sp modelId="{C10551F8-2B96-4FBD-816B-C340E59CC25B}">
      <dsp:nvSpPr>
        <dsp:cNvPr id="0" name=""/>
        <dsp:cNvSpPr/>
      </dsp:nvSpPr>
      <dsp:spPr>
        <a:xfrm>
          <a:off x="2190070" y="1393422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EGALITĂȚI DE GEN ȘI SUSȚINEREA MINORITĂȚILOR </a:t>
          </a:r>
        </a:p>
      </dsp:txBody>
      <dsp:txXfrm>
        <a:off x="2190070" y="1393422"/>
        <a:ext cx="1674671" cy="1004802"/>
      </dsp:txXfrm>
    </dsp:sp>
    <dsp:sp modelId="{514F7425-07B7-42EF-88AC-10564BDEE649}">
      <dsp:nvSpPr>
        <dsp:cNvPr id="0" name=""/>
        <dsp:cNvSpPr/>
      </dsp:nvSpPr>
      <dsp:spPr>
        <a:xfrm>
          <a:off x="967561" y="2396424"/>
          <a:ext cx="4119690" cy="354574"/>
        </a:xfrm>
        <a:custGeom>
          <a:avLst/>
          <a:gdLst/>
          <a:ahLst/>
          <a:cxnLst/>
          <a:rect l="0" t="0" r="0" b="0"/>
          <a:pathLst>
            <a:path>
              <a:moveTo>
                <a:pt x="4119690" y="0"/>
              </a:moveTo>
              <a:lnTo>
                <a:pt x="4119690" y="194387"/>
              </a:lnTo>
              <a:lnTo>
                <a:pt x="0" y="194387"/>
              </a:lnTo>
              <a:lnTo>
                <a:pt x="0" y="3545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3965" y="2571784"/>
        <a:ext cx="206882" cy="3855"/>
      </dsp:txXfrm>
    </dsp:sp>
    <dsp:sp modelId="{D67E4772-A6AC-4124-98AD-05EC8B9CDA83}">
      <dsp:nvSpPr>
        <dsp:cNvPr id="0" name=""/>
        <dsp:cNvSpPr/>
      </dsp:nvSpPr>
      <dsp:spPr>
        <a:xfrm>
          <a:off x="4249916" y="1393422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MARKETING/MEDIA/PR</a:t>
          </a:r>
        </a:p>
      </dsp:txBody>
      <dsp:txXfrm>
        <a:off x="4249916" y="1393422"/>
        <a:ext cx="1674671" cy="1004802"/>
      </dsp:txXfrm>
    </dsp:sp>
    <dsp:sp modelId="{F0BA5849-70AE-4C19-B9D9-90762AC04603}">
      <dsp:nvSpPr>
        <dsp:cNvPr id="0" name=""/>
        <dsp:cNvSpPr/>
      </dsp:nvSpPr>
      <dsp:spPr>
        <a:xfrm>
          <a:off x="1803096" y="3240080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0754" y="3283872"/>
        <a:ext cx="19258" cy="3855"/>
      </dsp:txXfrm>
    </dsp:sp>
    <dsp:sp modelId="{206B0A5C-B852-4F59-A54D-F9417B41170E}">
      <dsp:nvSpPr>
        <dsp:cNvPr id="0" name=""/>
        <dsp:cNvSpPr/>
      </dsp:nvSpPr>
      <dsp:spPr>
        <a:xfrm>
          <a:off x="130225" y="2783399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DEPARTAMENTUL JURIDIC</a:t>
          </a:r>
        </a:p>
      </dsp:txBody>
      <dsp:txXfrm>
        <a:off x="130225" y="2783399"/>
        <a:ext cx="1674671" cy="1004802"/>
      </dsp:txXfrm>
    </dsp:sp>
    <dsp:sp modelId="{A0945715-76B8-4D05-BB7C-93114C3EA160}">
      <dsp:nvSpPr>
        <dsp:cNvPr id="0" name=""/>
        <dsp:cNvSpPr/>
      </dsp:nvSpPr>
      <dsp:spPr>
        <a:xfrm>
          <a:off x="3862942" y="3240080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0599" y="3283872"/>
        <a:ext cx="19258" cy="3855"/>
      </dsp:txXfrm>
    </dsp:sp>
    <dsp:sp modelId="{3F08A5B0-D5FA-4E85-B865-4627E4EC79A1}">
      <dsp:nvSpPr>
        <dsp:cNvPr id="0" name=""/>
        <dsp:cNvSpPr/>
      </dsp:nvSpPr>
      <dsp:spPr>
        <a:xfrm>
          <a:off x="2190070" y="2783399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EXCURSII ȘI TABERE</a:t>
          </a:r>
        </a:p>
      </dsp:txBody>
      <dsp:txXfrm>
        <a:off x="2190070" y="2783399"/>
        <a:ext cx="1674671" cy="1004802"/>
      </dsp:txXfrm>
    </dsp:sp>
    <dsp:sp modelId="{0907EE17-0520-4154-BB6F-281B3CF833F5}">
      <dsp:nvSpPr>
        <dsp:cNvPr id="0" name=""/>
        <dsp:cNvSpPr/>
      </dsp:nvSpPr>
      <dsp:spPr>
        <a:xfrm>
          <a:off x="967561" y="3786401"/>
          <a:ext cx="4119690" cy="354574"/>
        </a:xfrm>
        <a:custGeom>
          <a:avLst/>
          <a:gdLst/>
          <a:ahLst/>
          <a:cxnLst/>
          <a:rect l="0" t="0" r="0" b="0"/>
          <a:pathLst>
            <a:path>
              <a:moveTo>
                <a:pt x="4119690" y="0"/>
              </a:moveTo>
              <a:lnTo>
                <a:pt x="4119690" y="194387"/>
              </a:lnTo>
              <a:lnTo>
                <a:pt x="0" y="194387"/>
              </a:lnTo>
              <a:lnTo>
                <a:pt x="0" y="3545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3965" y="3961761"/>
        <a:ext cx="206882" cy="3855"/>
      </dsp:txXfrm>
    </dsp:sp>
    <dsp:sp modelId="{994F0742-5EDB-4E30-A73C-C85AC81BE28A}">
      <dsp:nvSpPr>
        <dsp:cNvPr id="0" name=""/>
        <dsp:cNvSpPr/>
      </dsp:nvSpPr>
      <dsp:spPr>
        <a:xfrm>
          <a:off x="4249916" y="2783399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DEPARTAMENTUL DE ELABORARE A POLITICILOR ȘI AMENDAMENTELOR LEGISLATIVE ÎN DOMENIUL EDUCAȚIEI ȘI AL DREPTULUI FAMILIEI</a:t>
          </a:r>
        </a:p>
      </dsp:txBody>
      <dsp:txXfrm>
        <a:off x="4249916" y="2783399"/>
        <a:ext cx="1674671" cy="1004802"/>
      </dsp:txXfrm>
    </dsp:sp>
    <dsp:sp modelId="{3C3BF581-1ED9-48AD-8672-F3A6C2F44127}">
      <dsp:nvSpPr>
        <dsp:cNvPr id="0" name=""/>
        <dsp:cNvSpPr/>
      </dsp:nvSpPr>
      <dsp:spPr>
        <a:xfrm>
          <a:off x="1803096" y="4630057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0754" y="4673849"/>
        <a:ext cx="19258" cy="3855"/>
      </dsp:txXfrm>
    </dsp:sp>
    <dsp:sp modelId="{D0654484-6652-4DC1-A9B9-1AFC17221516}">
      <dsp:nvSpPr>
        <dsp:cNvPr id="0" name=""/>
        <dsp:cNvSpPr/>
      </dsp:nvSpPr>
      <dsp:spPr>
        <a:xfrm>
          <a:off x="130225" y="4173376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DEPARTAMENTUL DE PETIȚII, SUGESTII ȘI RECLAMAȚII</a:t>
          </a:r>
        </a:p>
      </dsp:txBody>
      <dsp:txXfrm>
        <a:off x="130225" y="4173376"/>
        <a:ext cx="1674671" cy="1004802"/>
      </dsp:txXfrm>
    </dsp:sp>
    <dsp:sp modelId="{EF8289B4-7E43-4DC9-BB63-603CA1984065}">
      <dsp:nvSpPr>
        <dsp:cNvPr id="0" name=""/>
        <dsp:cNvSpPr/>
      </dsp:nvSpPr>
      <dsp:spPr>
        <a:xfrm>
          <a:off x="3862942" y="4630057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0599" y="4673849"/>
        <a:ext cx="19258" cy="3855"/>
      </dsp:txXfrm>
    </dsp:sp>
    <dsp:sp modelId="{E37EC6BE-37E3-42F7-B630-25DAC6D51C0B}">
      <dsp:nvSpPr>
        <dsp:cNvPr id="0" name=""/>
        <dsp:cNvSpPr/>
      </dsp:nvSpPr>
      <dsp:spPr>
        <a:xfrm>
          <a:off x="2190070" y="4173376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DEPARTAMENTUL DE DEZVOLTARE ȘI ELABORARE DE PROIECTE</a:t>
          </a:r>
        </a:p>
      </dsp:txBody>
      <dsp:txXfrm>
        <a:off x="2190070" y="4173376"/>
        <a:ext cx="1674671" cy="1004802"/>
      </dsp:txXfrm>
    </dsp:sp>
    <dsp:sp modelId="{88FA074C-7EA8-4843-ADDC-941697B16C36}">
      <dsp:nvSpPr>
        <dsp:cNvPr id="0" name=""/>
        <dsp:cNvSpPr/>
      </dsp:nvSpPr>
      <dsp:spPr>
        <a:xfrm>
          <a:off x="967561" y="5176378"/>
          <a:ext cx="4119690" cy="354574"/>
        </a:xfrm>
        <a:custGeom>
          <a:avLst/>
          <a:gdLst/>
          <a:ahLst/>
          <a:cxnLst/>
          <a:rect l="0" t="0" r="0" b="0"/>
          <a:pathLst>
            <a:path>
              <a:moveTo>
                <a:pt x="4119690" y="0"/>
              </a:moveTo>
              <a:lnTo>
                <a:pt x="4119690" y="194387"/>
              </a:lnTo>
              <a:lnTo>
                <a:pt x="0" y="194387"/>
              </a:lnTo>
              <a:lnTo>
                <a:pt x="0" y="3545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3965" y="5351738"/>
        <a:ext cx="206882" cy="3855"/>
      </dsp:txXfrm>
    </dsp:sp>
    <dsp:sp modelId="{A5855896-5EEE-499C-9053-BBE16F299EC8}">
      <dsp:nvSpPr>
        <dsp:cNvPr id="0" name=""/>
        <dsp:cNvSpPr/>
      </dsp:nvSpPr>
      <dsp:spPr>
        <a:xfrm>
          <a:off x="4249916" y="4173376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DEPARTAMENTUL DE FUNDRAISING</a:t>
          </a:r>
        </a:p>
      </dsp:txBody>
      <dsp:txXfrm>
        <a:off x="4249916" y="4173376"/>
        <a:ext cx="1674671" cy="1004802"/>
      </dsp:txXfrm>
    </dsp:sp>
    <dsp:sp modelId="{13EBFF04-6AC4-4094-ADDF-BFBFF053F831}">
      <dsp:nvSpPr>
        <dsp:cNvPr id="0" name=""/>
        <dsp:cNvSpPr/>
      </dsp:nvSpPr>
      <dsp:spPr>
        <a:xfrm>
          <a:off x="1803096" y="6020034"/>
          <a:ext cx="354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0754" y="6063826"/>
        <a:ext cx="19258" cy="3855"/>
      </dsp:txXfrm>
    </dsp:sp>
    <dsp:sp modelId="{FBE5516A-8BCB-4B99-985A-5151E8A2A980}">
      <dsp:nvSpPr>
        <dsp:cNvPr id="0" name=""/>
        <dsp:cNvSpPr/>
      </dsp:nvSpPr>
      <dsp:spPr>
        <a:xfrm>
          <a:off x="130225" y="5563353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DEPARTAMENTUL DE ADOPȚII </a:t>
          </a:r>
        </a:p>
      </dsp:txBody>
      <dsp:txXfrm>
        <a:off x="130225" y="5563353"/>
        <a:ext cx="1674671" cy="1004802"/>
      </dsp:txXfrm>
    </dsp:sp>
    <dsp:sp modelId="{D5BD0A3E-CF16-4BAF-A8A6-555C1263F055}">
      <dsp:nvSpPr>
        <dsp:cNvPr id="0" name=""/>
        <dsp:cNvSpPr/>
      </dsp:nvSpPr>
      <dsp:spPr>
        <a:xfrm>
          <a:off x="2190070" y="5563353"/>
          <a:ext cx="1674671" cy="10048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60" tIns="86137" rIns="82060" bIns="861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DEPARTAMENTUL DE VOLUNTARIAT</a:t>
          </a:r>
        </a:p>
      </dsp:txBody>
      <dsp:txXfrm>
        <a:off x="2190070" y="5563353"/>
        <a:ext cx="1674671" cy="10048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85AED-D127-4EB7-8BB0-E9DB2FC3F601}">
      <dsp:nvSpPr>
        <dsp:cNvPr id="0" name=""/>
        <dsp:cNvSpPr/>
      </dsp:nvSpPr>
      <dsp:spPr>
        <a:xfrm>
          <a:off x="1963144" y="452305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6146" y="496147"/>
        <a:ext cx="18768" cy="3757"/>
      </dsp:txXfrm>
    </dsp:sp>
    <dsp:sp modelId="{D7D66A23-646B-4BBD-A27D-5BF852657511}">
      <dsp:nvSpPr>
        <dsp:cNvPr id="0" name=""/>
        <dsp:cNvSpPr/>
      </dsp:nvSpPr>
      <dsp:spPr>
        <a:xfrm>
          <a:off x="332882" y="8407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DRAGOSTE ȘI SECURITATE</a:t>
          </a:r>
        </a:p>
      </dsp:txBody>
      <dsp:txXfrm>
        <a:off x="332882" y="8407"/>
        <a:ext cx="1632062" cy="979237"/>
      </dsp:txXfrm>
    </dsp:sp>
    <dsp:sp modelId="{48EADF74-FA38-4923-821A-3A305A1B928B}">
      <dsp:nvSpPr>
        <dsp:cNvPr id="0" name=""/>
        <dsp:cNvSpPr/>
      </dsp:nvSpPr>
      <dsp:spPr>
        <a:xfrm>
          <a:off x="3970580" y="452305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3583" y="496147"/>
        <a:ext cx="18768" cy="3757"/>
      </dsp:txXfrm>
    </dsp:sp>
    <dsp:sp modelId="{1C2A2DFB-A631-4ABA-83A2-42E4D32FB662}">
      <dsp:nvSpPr>
        <dsp:cNvPr id="0" name=""/>
        <dsp:cNvSpPr/>
      </dsp:nvSpPr>
      <dsp:spPr>
        <a:xfrm>
          <a:off x="2340318" y="8407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NOI EXPERIENȚE</a:t>
          </a:r>
        </a:p>
      </dsp:txBody>
      <dsp:txXfrm>
        <a:off x="2340318" y="8407"/>
        <a:ext cx="1632062" cy="979237"/>
      </dsp:txXfrm>
    </dsp:sp>
    <dsp:sp modelId="{E421D5FD-6252-45FA-AEFB-060064EEE083}">
      <dsp:nvSpPr>
        <dsp:cNvPr id="0" name=""/>
        <dsp:cNvSpPr/>
      </dsp:nvSpPr>
      <dsp:spPr>
        <a:xfrm>
          <a:off x="1148913" y="985844"/>
          <a:ext cx="4014872" cy="344774"/>
        </a:xfrm>
        <a:custGeom>
          <a:avLst/>
          <a:gdLst/>
          <a:ahLst/>
          <a:cxnLst/>
          <a:rect l="0" t="0" r="0" b="0"/>
          <a:pathLst>
            <a:path>
              <a:moveTo>
                <a:pt x="4014872" y="0"/>
              </a:moveTo>
              <a:lnTo>
                <a:pt x="4014872" y="189487"/>
              </a:lnTo>
              <a:lnTo>
                <a:pt x="0" y="189487"/>
              </a:lnTo>
              <a:lnTo>
                <a:pt x="0" y="3447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539" y="1156352"/>
        <a:ext cx="201619" cy="3757"/>
      </dsp:txXfrm>
    </dsp:sp>
    <dsp:sp modelId="{5AFD2F51-9D6D-4DA7-B268-4818DB600ED5}">
      <dsp:nvSpPr>
        <dsp:cNvPr id="0" name=""/>
        <dsp:cNvSpPr/>
      </dsp:nvSpPr>
      <dsp:spPr>
        <a:xfrm>
          <a:off x="4347754" y="8407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ÎNCURAJARE ȘI APRECIERE</a:t>
          </a:r>
        </a:p>
      </dsp:txBody>
      <dsp:txXfrm>
        <a:off x="4347754" y="8407"/>
        <a:ext cx="1632062" cy="979237"/>
      </dsp:txXfrm>
    </dsp:sp>
    <dsp:sp modelId="{08EE7CAF-AB98-43EF-9E87-2F2ECEAA4568}">
      <dsp:nvSpPr>
        <dsp:cNvPr id="0" name=""/>
        <dsp:cNvSpPr/>
      </dsp:nvSpPr>
      <dsp:spPr>
        <a:xfrm>
          <a:off x="1963144" y="1806917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6146" y="1850758"/>
        <a:ext cx="18768" cy="3757"/>
      </dsp:txXfrm>
    </dsp:sp>
    <dsp:sp modelId="{F7F486AB-D096-4B21-BAC7-2EF2F3A8FED1}">
      <dsp:nvSpPr>
        <dsp:cNvPr id="0" name=""/>
        <dsp:cNvSpPr/>
      </dsp:nvSpPr>
      <dsp:spPr>
        <a:xfrm>
          <a:off x="332882" y="1363018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RESPONSABILITATE, CÂȘTIGAREA ȘI RECUNOAȘTEREA DE CĂTRE CEILALȚI A INDEPENDENȚEI SALE</a:t>
          </a:r>
        </a:p>
      </dsp:txBody>
      <dsp:txXfrm>
        <a:off x="332882" y="1363018"/>
        <a:ext cx="1632062" cy="979237"/>
      </dsp:txXfrm>
    </dsp:sp>
    <dsp:sp modelId="{2537B83C-C365-4DEA-A1A9-218431217A71}">
      <dsp:nvSpPr>
        <dsp:cNvPr id="0" name=""/>
        <dsp:cNvSpPr/>
      </dsp:nvSpPr>
      <dsp:spPr>
        <a:xfrm>
          <a:off x="3970580" y="1806917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3583" y="1850758"/>
        <a:ext cx="18768" cy="3757"/>
      </dsp:txXfrm>
    </dsp:sp>
    <dsp:sp modelId="{01A50E57-5C7C-4790-B3C5-43F6EDBB4F3B}">
      <dsp:nvSpPr>
        <dsp:cNvPr id="0" name=""/>
        <dsp:cNvSpPr/>
      </dsp:nvSpPr>
      <dsp:spPr>
        <a:xfrm>
          <a:off x="2340318" y="1363018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A EMPATIZA CU ACEȘTIA</a:t>
          </a:r>
        </a:p>
      </dsp:txBody>
      <dsp:txXfrm>
        <a:off x="2340318" y="1363018"/>
        <a:ext cx="1632062" cy="979237"/>
      </dsp:txXfrm>
    </dsp:sp>
    <dsp:sp modelId="{D7E82297-1108-4F27-B771-3D206CC456AC}">
      <dsp:nvSpPr>
        <dsp:cNvPr id="0" name=""/>
        <dsp:cNvSpPr/>
      </dsp:nvSpPr>
      <dsp:spPr>
        <a:xfrm>
          <a:off x="1148913" y="2340456"/>
          <a:ext cx="4014872" cy="344774"/>
        </a:xfrm>
        <a:custGeom>
          <a:avLst/>
          <a:gdLst/>
          <a:ahLst/>
          <a:cxnLst/>
          <a:rect l="0" t="0" r="0" b="0"/>
          <a:pathLst>
            <a:path>
              <a:moveTo>
                <a:pt x="4014872" y="0"/>
              </a:moveTo>
              <a:lnTo>
                <a:pt x="4014872" y="189487"/>
              </a:lnTo>
              <a:lnTo>
                <a:pt x="0" y="189487"/>
              </a:lnTo>
              <a:lnTo>
                <a:pt x="0" y="3447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539" y="2510964"/>
        <a:ext cx="201619" cy="3757"/>
      </dsp:txXfrm>
    </dsp:sp>
    <dsp:sp modelId="{631A8710-936D-4003-83E2-AE4087CBBF0A}">
      <dsp:nvSpPr>
        <dsp:cNvPr id="0" name=""/>
        <dsp:cNvSpPr/>
      </dsp:nvSpPr>
      <dsp:spPr>
        <a:xfrm>
          <a:off x="4347754" y="1363018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SUSȚINERE EMOȚIONALĂ ȘI PSIHOLOGICĂ</a:t>
          </a:r>
        </a:p>
      </dsp:txBody>
      <dsp:txXfrm>
        <a:off x="4347754" y="1363018"/>
        <a:ext cx="1632062" cy="979237"/>
      </dsp:txXfrm>
    </dsp:sp>
    <dsp:sp modelId="{6D358022-3811-418C-8559-ADC13A831A49}">
      <dsp:nvSpPr>
        <dsp:cNvPr id="0" name=""/>
        <dsp:cNvSpPr/>
      </dsp:nvSpPr>
      <dsp:spPr>
        <a:xfrm>
          <a:off x="1963144" y="3161529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6146" y="3205370"/>
        <a:ext cx="18768" cy="3757"/>
      </dsp:txXfrm>
    </dsp:sp>
    <dsp:sp modelId="{9575586A-6B65-48C9-9BF2-C2D886432779}">
      <dsp:nvSpPr>
        <dsp:cNvPr id="0" name=""/>
        <dsp:cNvSpPr/>
      </dsp:nvSpPr>
      <dsp:spPr>
        <a:xfrm>
          <a:off x="332882" y="2717630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APARTENENȚĂ</a:t>
          </a:r>
        </a:p>
      </dsp:txBody>
      <dsp:txXfrm>
        <a:off x="332882" y="2717630"/>
        <a:ext cx="1632062" cy="979237"/>
      </dsp:txXfrm>
    </dsp:sp>
    <dsp:sp modelId="{BECC1224-C8B3-44CC-B60C-D06F68E2E042}">
      <dsp:nvSpPr>
        <dsp:cNvPr id="0" name=""/>
        <dsp:cNvSpPr/>
      </dsp:nvSpPr>
      <dsp:spPr>
        <a:xfrm>
          <a:off x="3970580" y="3161529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3583" y="3205370"/>
        <a:ext cx="18768" cy="3757"/>
      </dsp:txXfrm>
    </dsp:sp>
    <dsp:sp modelId="{74CEC9FA-82CC-408B-A82E-C7732D0BAE4F}">
      <dsp:nvSpPr>
        <dsp:cNvPr id="0" name=""/>
        <dsp:cNvSpPr/>
      </dsp:nvSpPr>
      <dsp:spPr>
        <a:xfrm>
          <a:off x="2340318" y="2717630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CREARE A UNOR RELAȚII DE ATAȘAMENT PUTERNIC </a:t>
          </a:r>
        </a:p>
      </dsp:txBody>
      <dsp:txXfrm>
        <a:off x="2340318" y="2717630"/>
        <a:ext cx="1632062" cy="979237"/>
      </dsp:txXfrm>
    </dsp:sp>
    <dsp:sp modelId="{2E71FF27-8207-43ED-B667-D026B17340C5}">
      <dsp:nvSpPr>
        <dsp:cNvPr id="0" name=""/>
        <dsp:cNvSpPr/>
      </dsp:nvSpPr>
      <dsp:spPr>
        <a:xfrm>
          <a:off x="1148913" y="3695067"/>
          <a:ext cx="4014872" cy="344774"/>
        </a:xfrm>
        <a:custGeom>
          <a:avLst/>
          <a:gdLst/>
          <a:ahLst/>
          <a:cxnLst/>
          <a:rect l="0" t="0" r="0" b="0"/>
          <a:pathLst>
            <a:path>
              <a:moveTo>
                <a:pt x="4014872" y="0"/>
              </a:moveTo>
              <a:lnTo>
                <a:pt x="4014872" y="189487"/>
              </a:lnTo>
              <a:lnTo>
                <a:pt x="0" y="189487"/>
              </a:lnTo>
              <a:lnTo>
                <a:pt x="0" y="3447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539" y="3865576"/>
        <a:ext cx="201619" cy="3757"/>
      </dsp:txXfrm>
    </dsp:sp>
    <dsp:sp modelId="{D39222BF-CCA3-4ABE-BB81-5F69839E4B5C}">
      <dsp:nvSpPr>
        <dsp:cNvPr id="0" name=""/>
        <dsp:cNvSpPr/>
      </dsp:nvSpPr>
      <dsp:spPr>
        <a:xfrm>
          <a:off x="4347754" y="2717630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COMUNICARE</a:t>
          </a:r>
        </a:p>
      </dsp:txBody>
      <dsp:txXfrm>
        <a:off x="4347754" y="2717630"/>
        <a:ext cx="1632062" cy="979237"/>
      </dsp:txXfrm>
    </dsp:sp>
    <dsp:sp modelId="{7FB28006-0A23-491C-B804-666AE8943916}">
      <dsp:nvSpPr>
        <dsp:cNvPr id="0" name=""/>
        <dsp:cNvSpPr/>
      </dsp:nvSpPr>
      <dsp:spPr>
        <a:xfrm>
          <a:off x="1963144" y="4516140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6146" y="4559981"/>
        <a:ext cx="18768" cy="3757"/>
      </dsp:txXfrm>
    </dsp:sp>
    <dsp:sp modelId="{D03EB12C-5AD4-4498-9CC4-0043B154E581}">
      <dsp:nvSpPr>
        <dsp:cNvPr id="0" name=""/>
        <dsp:cNvSpPr/>
      </dsp:nvSpPr>
      <dsp:spPr>
        <a:xfrm>
          <a:off x="332882" y="4072241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A FI ÎNȚELEȘI ȘI ACCEPTAȚI</a:t>
          </a:r>
        </a:p>
      </dsp:txBody>
      <dsp:txXfrm>
        <a:off x="332882" y="4072241"/>
        <a:ext cx="1632062" cy="979237"/>
      </dsp:txXfrm>
    </dsp:sp>
    <dsp:sp modelId="{934EB303-8EDB-43C1-AFF6-F907DA29D3AC}">
      <dsp:nvSpPr>
        <dsp:cNvPr id="0" name=""/>
        <dsp:cNvSpPr/>
      </dsp:nvSpPr>
      <dsp:spPr>
        <a:xfrm>
          <a:off x="3970580" y="4516140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3583" y="4559981"/>
        <a:ext cx="18768" cy="3757"/>
      </dsp:txXfrm>
    </dsp:sp>
    <dsp:sp modelId="{36D1CC90-6722-4E9F-8160-2F4506B8D802}">
      <dsp:nvSpPr>
        <dsp:cNvPr id="0" name=""/>
        <dsp:cNvSpPr/>
      </dsp:nvSpPr>
      <dsp:spPr>
        <a:xfrm>
          <a:off x="2340318" y="4072241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SOCIALIZARE</a:t>
          </a:r>
        </a:p>
      </dsp:txBody>
      <dsp:txXfrm>
        <a:off x="2340318" y="4072241"/>
        <a:ext cx="1632062" cy="979237"/>
      </dsp:txXfrm>
    </dsp:sp>
    <dsp:sp modelId="{6D1F6490-64A2-4ED2-AC19-46E1309A5056}">
      <dsp:nvSpPr>
        <dsp:cNvPr id="0" name=""/>
        <dsp:cNvSpPr/>
      </dsp:nvSpPr>
      <dsp:spPr>
        <a:xfrm>
          <a:off x="1148913" y="5049679"/>
          <a:ext cx="4014872" cy="344774"/>
        </a:xfrm>
        <a:custGeom>
          <a:avLst/>
          <a:gdLst/>
          <a:ahLst/>
          <a:cxnLst/>
          <a:rect l="0" t="0" r="0" b="0"/>
          <a:pathLst>
            <a:path>
              <a:moveTo>
                <a:pt x="4014872" y="0"/>
              </a:moveTo>
              <a:lnTo>
                <a:pt x="4014872" y="189487"/>
              </a:lnTo>
              <a:lnTo>
                <a:pt x="0" y="189487"/>
              </a:lnTo>
              <a:lnTo>
                <a:pt x="0" y="34477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539" y="5220187"/>
        <a:ext cx="201619" cy="3757"/>
      </dsp:txXfrm>
    </dsp:sp>
    <dsp:sp modelId="{68FECEBB-6B3C-4EE9-BF41-33F843AE4C0F}">
      <dsp:nvSpPr>
        <dsp:cNvPr id="0" name=""/>
        <dsp:cNvSpPr/>
      </dsp:nvSpPr>
      <dsp:spPr>
        <a:xfrm>
          <a:off x="4347754" y="4072241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ASISTENȚĂ MEDICALĂ</a:t>
          </a:r>
        </a:p>
      </dsp:txBody>
      <dsp:txXfrm>
        <a:off x="4347754" y="4072241"/>
        <a:ext cx="1632062" cy="979237"/>
      </dsp:txXfrm>
    </dsp:sp>
    <dsp:sp modelId="{FA9BFD17-FE28-4DC7-8963-9D40ED6B2844}">
      <dsp:nvSpPr>
        <dsp:cNvPr id="0" name=""/>
        <dsp:cNvSpPr/>
      </dsp:nvSpPr>
      <dsp:spPr>
        <a:xfrm>
          <a:off x="1963144" y="5870752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6146" y="5914593"/>
        <a:ext cx="18768" cy="3757"/>
      </dsp:txXfrm>
    </dsp:sp>
    <dsp:sp modelId="{F3FE94B8-58F7-4981-8B0F-FD156DDCFA5F}">
      <dsp:nvSpPr>
        <dsp:cNvPr id="0" name=""/>
        <dsp:cNvSpPr/>
      </dsp:nvSpPr>
      <dsp:spPr>
        <a:xfrm>
          <a:off x="332882" y="5426853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RECREERE</a:t>
          </a:r>
        </a:p>
      </dsp:txBody>
      <dsp:txXfrm>
        <a:off x="332882" y="5426853"/>
        <a:ext cx="1632062" cy="979237"/>
      </dsp:txXfrm>
    </dsp:sp>
    <dsp:sp modelId="{E932AD16-CF67-4CC9-9105-2441D3CD909E}">
      <dsp:nvSpPr>
        <dsp:cNvPr id="0" name=""/>
        <dsp:cNvSpPr/>
      </dsp:nvSpPr>
      <dsp:spPr>
        <a:xfrm>
          <a:off x="3970580" y="5870752"/>
          <a:ext cx="344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77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3583" y="5914593"/>
        <a:ext cx="18768" cy="3757"/>
      </dsp:txXfrm>
    </dsp:sp>
    <dsp:sp modelId="{A5F1E0AA-4052-48FA-8F7B-30ED90A93ADC}">
      <dsp:nvSpPr>
        <dsp:cNvPr id="0" name=""/>
        <dsp:cNvSpPr/>
      </dsp:nvSpPr>
      <dsp:spPr>
        <a:xfrm>
          <a:off x="2340318" y="5426853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INTEGRARE SOCIALĂ</a:t>
          </a:r>
        </a:p>
      </dsp:txBody>
      <dsp:txXfrm>
        <a:off x="2340318" y="5426853"/>
        <a:ext cx="1632062" cy="979237"/>
      </dsp:txXfrm>
    </dsp:sp>
    <dsp:sp modelId="{C052ED34-5BB3-41D6-BB28-FE418EF3DEB5}">
      <dsp:nvSpPr>
        <dsp:cNvPr id="0" name=""/>
        <dsp:cNvSpPr/>
      </dsp:nvSpPr>
      <dsp:spPr>
        <a:xfrm>
          <a:off x="4347754" y="5426853"/>
          <a:ext cx="1632062" cy="979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72" tIns="83945" rIns="79972" bIns="8394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NEVOIA DE EDUCAȚIE</a:t>
          </a:r>
        </a:p>
      </dsp:txBody>
      <dsp:txXfrm>
        <a:off x="4347754" y="5426853"/>
        <a:ext cx="1632062" cy="979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49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6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69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0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2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95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5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5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28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11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jpe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 /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5.jpe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 /><Relationship Id="rId2" Type="http://schemas.openxmlformats.org/officeDocument/2006/relationships/image" Target="../media/image26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8.jpe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 /><Relationship Id="rId2" Type="http://schemas.openxmlformats.org/officeDocument/2006/relationships/image" Target="../media/image29.jpe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 /><Relationship Id="rId7" Type="http://schemas.microsoft.com/office/2007/relationships/diagramDrawing" Target="../diagrams/drawing2.xml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2.xml" /><Relationship Id="rId5" Type="http://schemas.openxmlformats.org/officeDocument/2006/relationships/diagramQuickStyle" Target="../diagrams/quickStyle2.xml" /><Relationship Id="rId4" Type="http://schemas.openxmlformats.org/officeDocument/2006/relationships/diagramLayout" Target="../diagrams/layout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 /><Relationship Id="rId7" Type="http://schemas.microsoft.com/office/2007/relationships/diagramDrawing" Target="../diagrams/drawing3.xml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3.xml" /><Relationship Id="rId5" Type="http://schemas.openxmlformats.org/officeDocument/2006/relationships/diagramQuickStyle" Target="../diagrams/quickStyle3.xml" /><Relationship Id="rId4" Type="http://schemas.openxmlformats.org/officeDocument/2006/relationships/diagramLayout" Target="../diagrams/layout3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apicioffice@gmail.com" TargetMode="External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www.facebook.com/APICI22" TargetMode="Externa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9AFEE-54B2-1CFB-B488-81E4C9D7BD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4189" r="3588" b="-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1DEDA826-0CC6-45C8-B90F-CB99E02CF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40080" y="2810107"/>
            <a:ext cx="4761571" cy="298109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o-RO" sz="4200">
                <a:solidFill>
                  <a:srgbClr val="FFFFFF"/>
                </a:solidFill>
                <a:latin typeface="Times New Roman"/>
                <a:cs typeface="Times New Roman"/>
              </a:rPr>
              <a:t>Asociația Prioritatea Întru-Ajutorării Copilului Instituționalizat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640080" y="1420093"/>
            <a:ext cx="4761571" cy="12534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>
                <a:solidFill>
                  <a:srgbClr val="FFFFFF"/>
                </a:solidFill>
                <a:latin typeface="Times New Roman"/>
                <a:cs typeface="Times New Roman"/>
              </a:rPr>
              <a:t>A.P.I.C.I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3DDA327-270B-43AF-BDBD-2EB50E83E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791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51DC2-4B17-1327-3BB4-D04191B2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32266"/>
            <a:ext cx="10890926" cy="788465"/>
          </a:xfrm>
        </p:spPr>
        <p:txBody>
          <a:bodyPr anchor="b">
            <a:normAutofit/>
          </a:bodyPr>
          <a:lstStyle/>
          <a:p>
            <a:r>
              <a:rPr lang="en-US" err="1">
                <a:latin typeface="Times New Roman"/>
                <a:cs typeface="Times New Roman"/>
              </a:rPr>
              <a:t>Membrii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Fondatori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BF92E-CD13-F2A3-1546-984282E01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90" b="20691"/>
          <a:stretch>
            <a:fillRect/>
          </a:stretch>
        </p:blipFill>
        <p:spPr>
          <a:xfrm>
            <a:off x="768096" y="2092357"/>
            <a:ext cx="3597109" cy="47656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DF7CE8-41E5-154B-9B20-F904A12DA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302" b="50803"/>
          <a:stretch>
            <a:fillRect/>
          </a:stretch>
        </p:blipFill>
        <p:spPr>
          <a:xfrm>
            <a:off x="4365205" y="2092356"/>
            <a:ext cx="3597107" cy="2389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5AD173-6DEF-FC15-DC4C-EB640081F5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74" r="3" b="23976"/>
          <a:stretch>
            <a:fillRect/>
          </a:stretch>
        </p:blipFill>
        <p:spPr>
          <a:xfrm>
            <a:off x="4365203" y="4482051"/>
            <a:ext cx="3597107" cy="2375944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DE45FFB-BDDD-441E-8A3F-CA05C33E1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2313" y="2092362"/>
            <a:ext cx="0" cy="477267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872CA-B252-D690-18EA-C1E1BC6E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216" y="2419274"/>
            <a:ext cx="3847657" cy="6188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ȘERBAN ROBERT </a:t>
            </a:r>
          </a:p>
          <a:p>
            <a:r>
              <a:rPr lang="en-US" dirty="0">
                <a:latin typeface="Times New Roman"/>
                <a:cs typeface="Times New Roman"/>
              </a:rPr>
              <a:t>HOCA RAUL </a:t>
            </a:r>
          </a:p>
          <a:p>
            <a:r>
              <a:rPr lang="en-US" dirty="0">
                <a:latin typeface="Times New Roman"/>
                <a:cs typeface="Times New Roman"/>
              </a:rPr>
              <a:t>VOICU TUDOR ROGOJAN</a:t>
            </a:r>
          </a:p>
        </p:txBody>
      </p:sp>
    </p:spTree>
    <p:extLst>
      <p:ext uri="{BB962C8B-B14F-4D97-AF65-F5344CB8AC3E}">
        <p14:creationId xmlns:p14="http://schemas.microsoft.com/office/powerpoint/2010/main" val="413020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BB58F-6E91-179F-C444-BB12EAEC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latin typeface="Times New Roman"/>
                <a:cs typeface="Times New Roman"/>
              </a:rPr>
              <a:t>DE CE ASOCIAȚIA APICI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4B9E1-D644-2F28-80A9-4C64F77F1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36" r="-1" b="11147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01A87-2246-BCAA-E402-DC479F30C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581" y="2000983"/>
            <a:ext cx="4539131" cy="482210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latin typeface="Times New Roman"/>
                <a:cs typeface="Times New Roman"/>
              </a:rPr>
              <a:t>O </a:t>
            </a:r>
            <a:r>
              <a:rPr lang="en-US" sz="1400" err="1">
                <a:latin typeface="Times New Roman"/>
                <a:cs typeface="Times New Roman"/>
              </a:rPr>
              <a:t>scurtă</a:t>
            </a:r>
            <a:r>
              <a:rPr lang="en-US" sz="1400" dirty="0">
                <a:latin typeface="Times New Roman"/>
                <a:cs typeface="Times New Roman"/>
              </a:rPr>
              <a:t> Istorie: </a:t>
            </a:r>
          </a:p>
          <a:p>
            <a:pPr>
              <a:lnSpc>
                <a:spcPct val="110000"/>
              </a:lnSpc>
              <a:buFont typeface="Calibri,Sans-Serif" panose="020B0604020202020204" pitchFamily="34" charset="0"/>
              <a:buChar char="-"/>
            </a:pPr>
            <a:r>
              <a:rPr lang="en-US" sz="1400" dirty="0" err="1">
                <a:latin typeface="Times New Roman"/>
                <a:cs typeface="Times New Roman"/>
              </a:rPr>
              <a:t>Asociația</a:t>
            </a:r>
            <a:r>
              <a:rPr lang="en-US" sz="1400" dirty="0">
                <a:latin typeface="Times New Roman"/>
                <a:cs typeface="Times New Roman"/>
              </a:rPr>
              <a:t> A.P.I.C.I, a </a:t>
            </a:r>
            <a:r>
              <a:rPr lang="en-US" sz="1400" dirty="0" err="1">
                <a:latin typeface="Times New Roman"/>
                <a:cs typeface="Times New Roman"/>
              </a:rPr>
              <a:t>luat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naștere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în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urmă</a:t>
            </a:r>
            <a:r>
              <a:rPr lang="en-US" sz="1400" dirty="0">
                <a:latin typeface="Times New Roman"/>
                <a:cs typeface="Times New Roman"/>
              </a:rPr>
              <a:t> cu 3 ani de </a:t>
            </a:r>
            <a:r>
              <a:rPr lang="en-US" sz="1400" dirty="0" err="1">
                <a:latin typeface="Times New Roman"/>
                <a:cs typeface="Times New Roman"/>
              </a:rPr>
              <a:t>zile</a:t>
            </a:r>
            <a:r>
              <a:rPr lang="en-US" sz="1400" dirty="0">
                <a:latin typeface="Times New Roman"/>
                <a:cs typeface="Times New Roman"/>
              </a:rPr>
              <a:t>. </a:t>
            </a:r>
            <a:r>
              <a:rPr lang="en-US" sz="1400" dirty="0" err="1">
                <a:latin typeface="Times New Roman"/>
                <a:cs typeface="Times New Roman"/>
              </a:rPr>
              <a:t>Fiind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asistent</a:t>
            </a:r>
            <a:r>
              <a:rPr lang="en-US" sz="1400" dirty="0">
                <a:latin typeface="Times New Roman"/>
                <a:cs typeface="Times New Roman"/>
              </a:rPr>
              <a:t> social, </a:t>
            </a:r>
            <a:r>
              <a:rPr lang="en-US" sz="1400" dirty="0" err="1">
                <a:latin typeface="Times New Roman"/>
                <a:cs typeface="Times New Roman"/>
              </a:rPr>
              <a:t>încă</a:t>
            </a:r>
            <a:r>
              <a:rPr lang="en-US" sz="1400" dirty="0">
                <a:latin typeface="Times New Roman"/>
                <a:cs typeface="Times New Roman"/>
              </a:rPr>
              <a:t> din </a:t>
            </a:r>
            <a:r>
              <a:rPr lang="en-US" sz="1400" dirty="0" err="1">
                <a:latin typeface="Times New Roman"/>
                <a:cs typeface="Times New Roman"/>
              </a:rPr>
              <a:t>perioada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studenției</a:t>
            </a:r>
            <a:r>
              <a:rPr lang="en-US" sz="1400" dirty="0">
                <a:latin typeface="Times New Roman"/>
                <a:cs typeface="Times New Roman"/>
              </a:rPr>
              <a:t>, am </a:t>
            </a:r>
            <a:r>
              <a:rPr lang="en-US" sz="1400" dirty="0" err="1">
                <a:latin typeface="Times New Roman"/>
                <a:cs typeface="Times New Roman"/>
              </a:rPr>
              <a:t>avut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 err="1">
                <a:latin typeface="Times New Roman"/>
                <a:cs typeface="Times New Roman"/>
              </a:rPr>
              <a:t>ocazia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cunosc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în</a:t>
            </a:r>
            <a:r>
              <a:rPr lang="en-US" sz="1400" dirty="0">
                <a:latin typeface="Times New Roman"/>
                <a:cs typeface="Times New Roman"/>
              </a:rPr>
              <a:t> de-</a:t>
            </a:r>
            <a:r>
              <a:rPr lang="en-US" sz="1400" dirty="0" err="1">
                <a:latin typeface="Times New Roman"/>
                <a:cs typeface="Times New Roman"/>
              </a:rPr>
              <a:t>aproape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nevoile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și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obstacolele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copiilor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și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tinerilor</a:t>
            </a:r>
            <a:r>
              <a:rPr lang="en-US" sz="1400" dirty="0">
                <a:latin typeface="Times New Roman"/>
                <a:cs typeface="Times New Roman"/>
              </a:rPr>
              <a:t> din </a:t>
            </a:r>
            <a:r>
              <a:rPr lang="en-US" sz="1400" dirty="0" err="1">
                <a:latin typeface="Times New Roman"/>
                <a:cs typeface="Times New Roman"/>
              </a:rPr>
              <a:t>centrele</a:t>
            </a:r>
            <a:r>
              <a:rPr lang="en-US" sz="1400" dirty="0">
                <a:latin typeface="Times New Roman"/>
                <a:cs typeface="Times New Roman"/>
              </a:rPr>
              <a:t> de </a:t>
            </a:r>
            <a:r>
              <a:rPr lang="en-US" sz="1400" dirty="0" err="1">
                <a:latin typeface="Times New Roman"/>
                <a:cs typeface="Times New Roman"/>
              </a:rPr>
              <a:t>plasament</a:t>
            </a:r>
            <a:r>
              <a:rPr lang="en-US" sz="1400" dirty="0">
                <a:latin typeface="Times New Roman"/>
                <a:cs typeface="Times New Roman"/>
              </a:rPr>
              <a:t>/</a:t>
            </a:r>
            <a:r>
              <a:rPr lang="en-US" sz="1400" dirty="0" err="1">
                <a:latin typeface="Times New Roman"/>
                <a:cs typeface="Times New Roman"/>
              </a:rPr>
              <a:t>orfelinate</a:t>
            </a:r>
            <a:r>
              <a:rPr lang="en-US" sz="1400" dirty="0">
                <a:latin typeface="Times New Roman"/>
                <a:cs typeface="Times New Roman"/>
              </a:rPr>
              <a:t>/</a:t>
            </a:r>
            <a:r>
              <a:rPr lang="en-US" sz="1400" dirty="0" err="1">
                <a:latin typeface="Times New Roman"/>
                <a:cs typeface="Times New Roman"/>
              </a:rPr>
              <a:t>asistență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maternală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si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chiar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 err="1">
                <a:latin typeface="Times New Roman"/>
                <a:cs typeface="Times New Roman"/>
              </a:rPr>
              <a:t>si</a:t>
            </a:r>
            <a:r>
              <a:rPr lang="en-US" sz="1400" dirty="0">
                <a:latin typeface="Times New Roman"/>
                <a:cs typeface="Times New Roman"/>
              </a:rPr>
              <a:t> din </a:t>
            </a:r>
            <a:r>
              <a:rPr lang="en-US" sz="1400" dirty="0" err="1">
                <a:latin typeface="Times New Roman"/>
                <a:cs typeface="Times New Roman"/>
              </a:rPr>
              <a:t>mediile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 err="1">
                <a:latin typeface="Times New Roman"/>
                <a:cs typeface="Times New Roman"/>
              </a:rPr>
              <a:t>bune</a:t>
            </a:r>
            <a:r>
              <a:rPr lang="en-US" sz="1400" dirty="0">
                <a:latin typeface="Times New Roman"/>
                <a:cs typeface="Times New Roman"/>
              </a:rPr>
              <a:t> ale </a:t>
            </a:r>
            <a:r>
              <a:rPr lang="en-US" sz="1400" dirty="0" err="1">
                <a:latin typeface="Times New Roman"/>
                <a:cs typeface="Times New Roman"/>
              </a:rPr>
              <a:t>căror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 err="1">
                <a:latin typeface="Times New Roman"/>
                <a:cs typeface="Times New Roman"/>
              </a:rPr>
              <a:t>familii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 err="1">
                <a:latin typeface="Times New Roman"/>
                <a:cs typeface="Times New Roman"/>
              </a:rPr>
              <a:t>traversează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provocări</a:t>
            </a:r>
            <a:r>
              <a:rPr lang="en-US" sz="1400" dirty="0">
                <a:latin typeface="Times New Roman"/>
                <a:cs typeface="Times New Roman"/>
              </a:rPr>
              <a:t> precum </a:t>
            </a:r>
            <a:r>
              <a:rPr lang="en-US" sz="1400" dirty="0" err="1">
                <a:latin typeface="Times New Roman"/>
                <a:cs typeface="Times New Roman"/>
              </a:rPr>
              <a:t>adicția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drogurilor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și</a:t>
            </a:r>
            <a:r>
              <a:rPr lang="en-US" sz="1400" dirty="0">
                <a:latin typeface="Times New Roman"/>
                <a:cs typeface="Times New Roman"/>
              </a:rPr>
              <a:t> in </a:t>
            </a:r>
            <a:r>
              <a:rPr lang="en-US" sz="1400" dirty="0" err="1">
                <a:latin typeface="Times New Roman"/>
                <a:cs typeface="Times New Roman"/>
              </a:rPr>
              <a:t>contextul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divurțului</a:t>
            </a:r>
            <a:r>
              <a:rPr lang="en-US" sz="1400" dirty="0">
                <a:latin typeface="Times New Roman"/>
                <a:cs typeface="Times New Roman"/>
              </a:rPr>
              <a:t>. </a:t>
            </a:r>
          </a:p>
          <a:p>
            <a:pPr>
              <a:lnSpc>
                <a:spcPct val="110000"/>
              </a:lnSpc>
              <a:buFont typeface="Calibri,Sans-Serif" panose="020B0604020202020204" pitchFamily="34" charset="0"/>
              <a:buChar char="-"/>
            </a:pPr>
            <a:r>
              <a:rPr lang="en-US" sz="1400" dirty="0" err="1">
                <a:latin typeface="Times New Roman"/>
                <a:cs typeface="Times New Roman"/>
              </a:rPr>
              <a:t>Alături</a:t>
            </a:r>
            <a:r>
              <a:rPr lang="en-US" sz="1400" dirty="0">
                <a:latin typeface="Times New Roman"/>
                <a:cs typeface="Times New Roman"/>
              </a:rPr>
              <a:t> de un </a:t>
            </a:r>
            <a:r>
              <a:rPr lang="en-US" sz="1400" dirty="0" err="1">
                <a:latin typeface="Times New Roman"/>
                <a:cs typeface="Times New Roman"/>
              </a:rPr>
              <a:t>prieten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apropiat,Hoca</a:t>
            </a:r>
            <a:r>
              <a:rPr lang="en-US" sz="1400" dirty="0">
                <a:latin typeface="Times New Roman"/>
                <a:cs typeface="Times New Roman"/>
              </a:rPr>
              <a:t> Raul, absolvent al </a:t>
            </a:r>
            <a:r>
              <a:rPr lang="en-US" sz="1400" dirty="0" err="1">
                <a:latin typeface="Times New Roman"/>
                <a:cs typeface="Times New Roman"/>
              </a:rPr>
              <a:t>Facultății</a:t>
            </a:r>
            <a:r>
              <a:rPr lang="en-US" sz="1400" dirty="0">
                <a:latin typeface="Times New Roman"/>
                <a:cs typeface="Times New Roman"/>
              </a:rPr>
              <a:t> de Istorie </a:t>
            </a:r>
            <a:r>
              <a:rPr lang="en-US" sz="1400" dirty="0" err="1">
                <a:latin typeface="Times New Roman"/>
                <a:cs typeface="Times New Roman"/>
              </a:rPr>
              <a:t>și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Filosofie</a:t>
            </a:r>
            <a:r>
              <a:rPr lang="en-US" sz="1400" dirty="0">
                <a:latin typeface="Times New Roman"/>
                <a:cs typeface="Times New Roman"/>
              </a:rPr>
              <a:t>, care </a:t>
            </a:r>
            <a:r>
              <a:rPr lang="en-US" sz="1400" dirty="0" err="1">
                <a:latin typeface="Times New Roman"/>
                <a:cs typeface="Times New Roman"/>
              </a:rPr>
              <a:t>în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urma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unor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cazuri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izolate</a:t>
            </a:r>
            <a:r>
              <a:rPr lang="en-US" sz="1400" dirty="0">
                <a:latin typeface="Times New Roman"/>
                <a:cs typeface="Times New Roman"/>
              </a:rPr>
              <a:t>, </a:t>
            </a:r>
            <a:r>
              <a:rPr lang="en-US" sz="1400" dirty="0" err="1">
                <a:latin typeface="Times New Roman"/>
                <a:cs typeface="Times New Roman"/>
              </a:rPr>
              <a:t>mediatizate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în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presă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și</a:t>
            </a:r>
            <a:r>
              <a:rPr lang="en-US" sz="1400" dirty="0">
                <a:latin typeface="Times New Roman"/>
                <a:cs typeface="Times New Roman"/>
              </a:rPr>
              <a:t> mass-media, cu </a:t>
            </a:r>
            <a:r>
              <a:rPr lang="en-US" sz="1400" dirty="0" err="1">
                <a:latin typeface="Times New Roman"/>
                <a:cs typeface="Times New Roman"/>
              </a:rPr>
              <a:t>privire</a:t>
            </a:r>
            <a:r>
              <a:rPr lang="en-US" sz="1400" dirty="0">
                <a:latin typeface="Times New Roman"/>
                <a:cs typeface="Times New Roman"/>
              </a:rPr>
              <a:t> la </a:t>
            </a:r>
            <a:r>
              <a:rPr lang="en-US" sz="1400" dirty="0" err="1">
                <a:latin typeface="Times New Roman"/>
                <a:cs typeface="Times New Roman"/>
              </a:rPr>
              <a:t>copiii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aflați</a:t>
            </a:r>
            <a:r>
              <a:rPr lang="en-US" sz="1400" dirty="0">
                <a:latin typeface="Times New Roman"/>
                <a:cs typeface="Times New Roman"/>
              </a:rPr>
              <a:t> cu </a:t>
            </a:r>
            <a:r>
              <a:rPr lang="en-US" sz="1400" dirty="0" err="1">
                <a:latin typeface="Times New Roman"/>
                <a:cs typeface="Times New Roman"/>
              </a:rPr>
              <a:t>măsură</a:t>
            </a:r>
            <a:r>
              <a:rPr lang="en-US" sz="1400" dirty="0">
                <a:latin typeface="Times New Roman"/>
                <a:cs typeface="Times New Roman"/>
              </a:rPr>
              <a:t> de </a:t>
            </a:r>
            <a:r>
              <a:rPr lang="en-US" sz="1400" dirty="0" err="1">
                <a:latin typeface="Times New Roman"/>
                <a:cs typeface="Times New Roman"/>
              </a:rPr>
              <a:t>protecție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specială</a:t>
            </a:r>
            <a:r>
              <a:rPr lang="en-US" sz="1400" dirty="0">
                <a:latin typeface="Times New Roman"/>
                <a:cs typeface="Times New Roman"/>
              </a:rPr>
              <a:t>, ne-a </a:t>
            </a:r>
            <a:r>
              <a:rPr lang="en-US" sz="1400" dirty="0" err="1">
                <a:latin typeface="Times New Roman"/>
                <a:cs typeface="Times New Roman"/>
              </a:rPr>
              <a:t>motivat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să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 err="1">
                <a:latin typeface="Times New Roman"/>
                <a:cs typeface="Times New Roman"/>
              </a:rPr>
              <a:t>venim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în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sprijinul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comunității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acesteia</a:t>
            </a:r>
            <a:r>
              <a:rPr lang="en-US" sz="1400" dirty="0">
                <a:latin typeface="Times New Roman"/>
                <a:cs typeface="Times New Roman"/>
              </a:rPr>
              <a:t>/</a:t>
            </a:r>
            <a:r>
              <a:rPr lang="en-US" sz="1400" dirty="0" err="1">
                <a:latin typeface="Times New Roman"/>
                <a:cs typeface="Times New Roman"/>
              </a:rPr>
              <a:t>acestora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si</a:t>
            </a:r>
            <a:r>
              <a:rPr lang="en-US" sz="1400" dirty="0">
                <a:latin typeface="Times New Roman"/>
                <a:cs typeface="Times New Roman"/>
              </a:rPr>
              <a:t> nu </a:t>
            </a:r>
            <a:r>
              <a:rPr lang="en-US" sz="1400" dirty="0" err="1">
                <a:latin typeface="Times New Roman"/>
                <a:cs typeface="Times New Roman"/>
              </a:rPr>
              <a:t>nu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doar</a:t>
            </a:r>
            <a:r>
              <a:rPr lang="en-US" sz="1400" dirty="0">
                <a:latin typeface="Times New Roman"/>
                <a:cs typeface="Times New Roman"/>
              </a:rPr>
              <a:t>.  </a:t>
            </a:r>
          </a:p>
          <a:p>
            <a:pPr>
              <a:lnSpc>
                <a:spcPct val="110000"/>
              </a:lnSpc>
              <a:buFont typeface="Calibri,Sans-Serif" panose="020B0604020202020204" pitchFamily="34" charset="0"/>
              <a:buChar char="-"/>
            </a:pPr>
            <a:r>
              <a:rPr lang="en-US" sz="1400" dirty="0" err="1">
                <a:latin typeface="Times New Roman"/>
                <a:cs typeface="Times New Roman"/>
              </a:rPr>
              <a:t>Observând</a:t>
            </a:r>
            <a:r>
              <a:rPr lang="en-US" sz="1400" dirty="0">
                <a:latin typeface="Times New Roman"/>
                <a:cs typeface="Times New Roman"/>
              </a:rPr>
              <a:t> o </a:t>
            </a:r>
            <a:r>
              <a:rPr lang="en-US" sz="1400" dirty="0" err="1">
                <a:latin typeface="Times New Roman"/>
                <a:cs typeface="Times New Roman"/>
              </a:rPr>
              <a:t>lipsă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acută</a:t>
            </a:r>
            <a:r>
              <a:rPr lang="en-US" sz="1400" dirty="0">
                <a:latin typeface="Times New Roman"/>
                <a:cs typeface="Times New Roman"/>
              </a:rPr>
              <a:t> de </a:t>
            </a:r>
            <a:r>
              <a:rPr lang="en-US" sz="1400" dirty="0" err="1">
                <a:latin typeface="Times New Roman"/>
                <a:cs typeface="Times New Roman"/>
              </a:rPr>
              <a:t>atașament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emoțional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în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mediul</a:t>
            </a:r>
            <a:r>
              <a:rPr lang="en-US" sz="1400" dirty="0">
                <a:latin typeface="Times New Roman"/>
                <a:cs typeface="Times New Roman"/>
              </a:rPr>
              <a:t> de </a:t>
            </a:r>
            <a:r>
              <a:rPr lang="en-US" sz="1400" dirty="0" err="1">
                <a:latin typeface="Times New Roman"/>
                <a:cs typeface="Times New Roman"/>
              </a:rPr>
              <a:t>proveniență</a:t>
            </a:r>
            <a:r>
              <a:rPr lang="en-US" sz="1400" dirty="0">
                <a:latin typeface="Times New Roman"/>
                <a:cs typeface="Times New Roman"/>
              </a:rPr>
              <a:t> a </a:t>
            </a:r>
            <a:r>
              <a:rPr lang="en-US" sz="1400" dirty="0" err="1">
                <a:latin typeface="Times New Roman"/>
                <a:cs typeface="Times New Roman"/>
              </a:rPr>
              <a:t>acestora</a:t>
            </a:r>
            <a:r>
              <a:rPr lang="en-US" sz="1400" dirty="0">
                <a:latin typeface="Times New Roman"/>
                <a:cs typeface="Times New Roman"/>
              </a:rPr>
              <a:t>, </a:t>
            </a:r>
            <a:r>
              <a:rPr lang="en-US" sz="1400" dirty="0" err="1">
                <a:latin typeface="Times New Roman"/>
                <a:cs typeface="Times New Roman"/>
              </a:rPr>
              <a:t>iar</a:t>
            </a:r>
            <a:r>
              <a:rPr lang="en-US" sz="1400" dirty="0">
                <a:latin typeface="Times New Roman"/>
                <a:cs typeface="Times New Roman"/>
              </a:rPr>
              <a:t> rata </a:t>
            </a:r>
            <a:r>
              <a:rPr lang="en-US" sz="1400" dirty="0" err="1">
                <a:latin typeface="Times New Roman"/>
                <a:cs typeface="Times New Roman"/>
              </a:rPr>
              <a:t>mică</a:t>
            </a:r>
            <a:r>
              <a:rPr lang="en-US" sz="1400" dirty="0">
                <a:latin typeface="Times New Roman"/>
                <a:cs typeface="Times New Roman"/>
              </a:rPr>
              <a:t> de </a:t>
            </a:r>
            <a:r>
              <a:rPr lang="en-US" sz="1400" dirty="0" err="1">
                <a:latin typeface="Times New Roman"/>
                <a:cs typeface="Times New Roman"/>
              </a:rPr>
              <a:t>integrare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în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viața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socială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independentă</a:t>
            </a:r>
            <a:r>
              <a:rPr lang="en-US" sz="1400" dirty="0">
                <a:latin typeface="Times New Roman"/>
                <a:cs typeface="Times New Roman"/>
              </a:rPr>
              <a:t>, a </a:t>
            </a:r>
            <a:r>
              <a:rPr lang="en-US" sz="1400" dirty="0" err="1">
                <a:latin typeface="Times New Roman"/>
                <a:cs typeface="Times New Roman"/>
              </a:rPr>
              <a:t>condus</a:t>
            </a:r>
            <a:r>
              <a:rPr lang="en-US" sz="1400" dirty="0">
                <a:latin typeface="Times New Roman"/>
                <a:cs typeface="Times New Roman"/>
              </a:rPr>
              <a:t> la </a:t>
            </a:r>
            <a:r>
              <a:rPr lang="en-US" sz="1400" dirty="0" err="1">
                <a:latin typeface="Times New Roman"/>
                <a:cs typeface="Times New Roman"/>
              </a:rPr>
              <a:t>multe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 err="1">
                <a:latin typeface="Times New Roman"/>
                <a:cs typeface="Times New Roman"/>
              </a:rPr>
              <a:t>cazuri</a:t>
            </a:r>
            <a:r>
              <a:rPr lang="en-US" sz="1400" dirty="0">
                <a:latin typeface="Times New Roman"/>
                <a:cs typeface="Times New Roman"/>
              </a:rPr>
              <a:t> de </a:t>
            </a:r>
            <a:r>
              <a:rPr lang="en-US" sz="1400" dirty="0" err="1">
                <a:latin typeface="Times New Roman"/>
                <a:cs typeface="Times New Roman"/>
              </a:rPr>
              <a:t>delicvență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juvenilă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12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2604E-B8BC-A143-ED93-B0A4CD63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96563"/>
            <a:ext cx="4302136" cy="178415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</a:rPr>
              <a:t>SCOPUL ASOCIAȚIEI APICI 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E03AA-BAE7-E6ED-DC87-E3C7335F1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38" r="-1" b="5749"/>
          <a:stretch>
            <a:fillRect/>
          </a:stretch>
        </p:blipFill>
        <p:spPr>
          <a:xfrm>
            <a:off x="469474" y="3055244"/>
            <a:ext cx="4180421" cy="381305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E45FFB-BDDD-441E-8A3F-CA05C33E1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948517" y="3044952"/>
            <a:ext cx="0" cy="382219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AE3D-A282-50BC-9247-A40C77327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780" y="2425714"/>
            <a:ext cx="5885574" cy="24225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Asociația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propune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ajute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tinerii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copiii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proveniți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sistemul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protecție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cât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tinerii</a:t>
            </a:r>
            <a:r>
              <a:rPr lang="en-US" dirty="0">
                <a:latin typeface="Times New Roman"/>
                <a:cs typeface="Times New Roman"/>
              </a:rPr>
              <a:t> cu </a:t>
            </a:r>
            <a:r>
              <a:rPr lang="en-US" dirty="0" err="1">
                <a:latin typeface="Times New Roman"/>
                <a:cs typeface="Times New Roman"/>
              </a:rPr>
              <a:t>diferite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dizabilitati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cei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provin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familii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disfuncționale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sedezvolta</a:t>
            </a:r>
            <a:r>
              <a:rPr lang="en-US" dirty="0">
                <a:latin typeface="Times New Roman"/>
                <a:cs typeface="Times New Roman"/>
              </a:rPr>
              <a:t> personal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profesional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dezvolte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politici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educaționale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vederea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îmbunătățirii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calității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veții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copiilor</a:t>
            </a:r>
            <a:r>
              <a:rPr lang="en-US" dirty="0">
                <a:latin typeface="Times New Roman"/>
                <a:cs typeface="Times New Roman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466456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69152-E2B1-9B32-9AEA-6B209A0A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4376103" cy="4508039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OBIECTIVELE ASOCIAȚIEI APICI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51BB7022-8AF6-3559-899F-DDEEF48A6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1655119"/>
              </p:ext>
            </p:extLst>
          </p:nvPr>
        </p:nvGraphicFramePr>
        <p:xfrm>
          <a:off x="5504693" y="914400"/>
          <a:ext cx="5375383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0599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E6053-F451-5785-2458-1CBFB95F8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latin typeface="Times New Roman"/>
                <a:cs typeface="Times New Roman"/>
              </a:rPr>
              <a:t>ACTIVITĂȚI PE CARE ASOCIAȚIA LE-A DERULAT</a:t>
            </a:r>
          </a:p>
        </p:txBody>
      </p:sp>
      <p:pic>
        <p:nvPicPr>
          <p:cNvPr id="4" name="Picture 3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DDC14292-F4A5-CD29-F935-523B66FB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53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3387-F941-9AC5-D662-78697D032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Mediere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inter-</a:t>
            </a:r>
            <a:r>
              <a:rPr lang="en-US" dirty="0" err="1"/>
              <a:t>mediere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aplicării</a:t>
            </a:r>
            <a:r>
              <a:rPr lang="en-US" dirty="0"/>
              <a:t> </a:t>
            </a:r>
            <a:r>
              <a:rPr lang="en-US" dirty="0" err="1"/>
              <a:t>drepturilor</a:t>
            </a:r>
            <a:r>
              <a:rPr lang="en-US" dirty="0"/>
              <a:t> </a:t>
            </a:r>
            <a:r>
              <a:rPr lang="en-US" dirty="0" err="1"/>
              <a:t>copiilor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tinerilor</a:t>
            </a:r>
            <a:r>
              <a:rPr lang="en-US" dirty="0"/>
              <a:t> din </a:t>
            </a:r>
            <a:r>
              <a:rPr lang="en-US" dirty="0" err="1"/>
              <a:t>centrele</a:t>
            </a:r>
            <a:r>
              <a:rPr lang="en-US" dirty="0"/>
              <a:t> de </a:t>
            </a:r>
            <a:r>
              <a:rPr lang="en-US" dirty="0" err="1"/>
              <a:t>plasament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Ministerului</a:t>
            </a:r>
            <a:r>
              <a:rPr lang="en-US" dirty="0"/>
              <a:t> </a:t>
            </a:r>
            <a:r>
              <a:rPr lang="en-US" dirty="0" err="1"/>
              <a:t>Familiei</a:t>
            </a:r>
            <a:r>
              <a:rPr lang="en-US" dirty="0"/>
              <a:t>, </a:t>
            </a:r>
            <a:r>
              <a:rPr lang="en-US" dirty="0" err="1"/>
              <a:t>Tineretului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al </a:t>
            </a:r>
            <a:r>
              <a:rPr lang="en-US" dirty="0" err="1"/>
              <a:t>Egalității</a:t>
            </a:r>
            <a:r>
              <a:rPr lang="en-US" dirty="0"/>
              <a:t> de </a:t>
            </a:r>
            <a:r>
              <a:rPr lang="en-US" dirty="0" err="1"/>
              <a:t>Șanse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79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18209-47CF-D135-691D-F8CD31F63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latin typeface="Times New Roman"/>
                <a:cs typeface="Times New Roman"/>
              </a:rPr>
              <a:t>ACTIVITĂȚI PE CARE ASOCIAȚIA LE-A DERULAT</a:t>
            </a:r>
            <a:endParaRPr lang="en-US" sz="31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521A-862A-8390-D216-FBF281D4C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Organizarea</a:t>
            </a:r>
            <a:r>
              <a:rPr lang="en-US" dirty="0"/>
              <a:t> </a:t>
            </a:r>
            <a:r>
              <a:rPr lang="en-US" dirty="0" err="1"/>
              <a:t>meciurilor</a:t>
            </a:r>
            <a:r>
              <a:rPr lang="en-US" dirty="0"/>
              <a:t> de </a:t>
            </a:r>
            <a:r>
              <a:rPr lang="en-US" dirty="0" err="1"/>
              <a:t>fotbal</a:t>
            </a:r>
            <a:r>
              <a:rPr lang="en-US" dirty="0"/>
              <a:t> cu </a:t>
            </a:r>
            <a:r>
              <a:rPr lang="en-US" dirty="0" err="1"/>
              <a:t>tinerii</a:t>
            </a:r>
            <a:r>
              <a:rPr lang="en-US" dirty="0"/>
              <a:t> </a:t>
            </a:r>
            <a:r>
              <a:rPr lang="en-US" dirty="0" err="1"/>
              <a:t>instituționalizați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 a </a:t>
            </a:r>
            <a:r>
              <a:rPr lang="en-US" dirty="0" err="1"/>
              <a:t>celor</a:t>
            </a:r>
            <a:r>
              <a:rPr lang="en-US" dirty="0"/>
              <a:t> din </a:t>
            </a:r>
            <a:r>
              <a:rPr lang="en-US" dirty="0" err="1"/>
              <a:t>familie</a:t>
            </a:r>
            <a:r>
              <a:rPr lang="en-US" dirty="0"/>
              <a:t>. </a:t>
            </a:r>
            <a:r>
              <a:rPr lang="en-US" dirty="0" err="1"/>
              <a:t>Scopul</a:t>
            </a:r>
            <a:r>
              <a:rPr lang="en-US" dirty="0"/>
              <a:t> general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acela</a:t>
            </a:r>
            <a:r>
              <a:rPr lang="en-US" dirty="0"/>
              <a:t> de a </a:t>
            </a:r>
            <a:r>
              <a:rPr lang="en-US" dirty="0" err="1"/>
              <a:t>întării</a:t>
            </a:r>
            <a:r>
              <a:rPr lang="en-US" dirty="0"/>
              <a:t> </a:t>
            </a:r>
            <a:r>
              <a:rPr lang="en-US" dirty="0" err="1"/>
              <a:t>relațiile</a:t>
            </a:r>
            <a:r>
              <a:rPr lang="en-US" dirty="0"/>
              <a:t> de </a:t>
            </a:r>
            <a:r>
              <a:rPr lang="en-US" dirty="0" err="1"/>
              <a:t>pretenie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tinerii</a:t>
            </a:r>
            <a:r>
              <a:rPr lang="en-US" dirty="0"/>
              <a:t> </a:t>
            </a:r>
            <a:r>
              <a:rPr lang="en-US" dirty="0" err="1"/>
              <a:t>instituționalizați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 </a:t>
            </a:r>
            <a:r>
              <a:rPr lang="en-US" dirty="0" err="1"/>
              <a:t>cei</a:t>
            </a:r>
            <a:r>
              <a:rPr lang="en-US" dirty="0"/>
              <a:t> din </a:t>
            </a:r>
            <a:r>
              <a:rPr lang="en-US" dirty="0" err="1"/>
              <a:t>familie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o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socială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eficientă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comunitate</a:t>
            </a:r>
            <a:r>
              <a:rPr lang="en-US" dirty="0"/>
              <a:t>. </a:t>
            </a:r>
          </a:p>
        </p:txBody>
      </p:sp>
      <p:pic>
        <p:nvPicPr>
          <p:cNvPr id="4" name="Picture 3" descr="A group of men on a football field&#10;&#10;Description automatically generated">
            <a:extLst>
              <a:ext uri="{FF2B5EF4-FFF2-40B4-BE49-F238E27FC236}">
                <a16:creationId xmlns:a16="http://schemas.microsoft.com/office/drawing/2014/main" id="{61C16D68-756C-2367-591E-2000EB31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5" r="1639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AB29A-820C-8F74-3943-D4FC7F58A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>
                <a:latin typeface="Times New Roman"/>
                <a:cs typeface="Times New Roman"/>
              </a:rPr>
              <a:t>ACTIVITĂȚI PE CARE ASOCIAȚIA LE-A DERULAT</a:t>
            </a:r>
            <a:endParaRPr lang="en-US" sz="23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2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CB176-6F42-3F79-C173-CD17DEA9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Inter-</a:t>
            </a:r>
            <a:r>
              <a:rPr lang="en-US" dirty="0" err="1">
                <a:latin typeface="Times New Roman"/>
                <a:cs typeface="Times New Roman"/>
              </a:rPr>
              <a:t>mediere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mediere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consiliere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relizarea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caz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adopție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respectiv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sprijinirea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realizării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documentelor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realizarea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eficientă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adopției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unei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fetițe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endParaRPr lang="en-US" dirty="0"/>
          </a:p>
        </p:txBody>
      </p:sp>
      <p:pic>
        <p:nvPicPr>
          <p:cNvPr id="4" name="Picture 3" descr="A person sitting at a table with papers on it&#10;&#10;Description automatically generated">
            <a:extLst>
              <a:ext uri="{FF2B5EF4-FFF2-40B4-BE49-F238E27FC236}">
                <a16:creationId xmlns:a16="http://schemas.microsoft.com/office/drawing/2014/main" id="{FE994107-0C17-5D47-8AFB-3046A745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7" r="-2" b="23676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1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4FC2D-BD7A-C4EE-029F-EBC8FFD5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latin typeface="Times New Roman"/>
                <a:cs typeface="Times New Roman"/>
              </a:rPr>
              <a:t>ACTIVITĂȚI PE CARE ASOCIAȚIA LE-A DERULAT</a:t>
            </a:r>
            <a:endParaRPr lang="en-US" sz="3400" b="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400"/>
          </a:p>
        </p:txBody>
      </p:sp>
      <p:pic>
        <p:nvPicPr>
          <p:cNvPr id="4" name="Picture 3" descr="A person and child eating pizza&#10;&#10;Description automatically generated">
            <a:extLst>
              <a:ext uri="{FF2B5EF4-FFF2-40B4-BE49-F238E27FC236}">
                <a16:creationId xmlns:a16="http://schemas.microsoft.com/office/drawing/2014/main" id="{EACE2C61-FBAA-4A16-9A1D-E85FB40D7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57499"/>
            <a:ext cx="4252066" cy="31252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B8E6A-93E5-13DF-E97F-3474E9383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1773" y="3071065"/>
            <a:ext cx="6232020" cy="61862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Discuții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libere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despre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pregătirea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vieții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sociale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independente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importanța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frecventării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cursurilor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școlare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</a:t>
            </a:r>
            <a:r>
              <a:rPr lang="en-US" dirty="0">
                <a:latin typeface="Times New Roman"/>
                <a:cs typeface="Times New Roman"/>
              </a:rPr>
              <a:t>-un </a:t>
            </a:r>
            <a:r>
              <a:rPr lang="en-US" dirty="0" err="1">
                <a:latin typeface="Times New Roman"/>
                <a:cs typeface="Times New Roman"/>
              </a:rPr>
              <a:t>mediu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prietenos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6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0CD06-B204-B388-EA25-0C8651C4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latin typeface="Times New Roman"/>
                <a:cs typeface="Times New Roman"/>
              </a:rPr>
              <a:t>ACTIVITĂȚI PE CARE ASOCIAȚIA LE-A DERULAT</a:t>
            </a:r>
            <a:endParaRPr lang="en-US" sz="31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100"/>
          </a:p>
        </p:txBody>
      </p:sp>
      <p:pic>
        <p:nvPicPr>
          <p:cNvPr id="4" name="Picture 3" descr="A collage of a person and a child&#10;&#10;Description automatically generated">
            <a:extLst>
              <a:ext uri="{FF2B5EF4-FFF2-40B4-BE49-F238E27FC236}">
                <a16:creationId xmlns:a16="http://schemas.microsoft.com/office/drawing/2014/main" id="{4AD6C2EE-FF43-E9C3-7219-DA9C9922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1" r="1" b="20884"/>
          <a:stretch>
            <a:fillRect/>
          </a:stretch>
        </p:blipFill>
        <p:spPr>
          <a:xfrm>
            <a:off x="713232" y="914400"/>
            <a:ext cx="3815049" cy="538581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2042-5247-3827-22B8-6681E589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Excursii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terapeutice</a:t>
            </a:r>
            <a:r>
              <a:rPr lang="en-US" dirty="0">
                <a:latin typeface="Times New Roman"/>
                <a:cs typeface="Times New Roman"/>
              </a:rPr>
              <a:t> pe care le-a </a:t>
            </a:r>
            <a:r>
              <a:rPr lang="en-US" dirty="0" err="1">
                <a:latin typeface="Times New Roman"/>
                <a:cs typeface="Times New Roman"/>
              </a:rPr>
              <a:t>realizat</a:t>
            </a:r>
            <a:r>
              <a:rPr lang="en-US" dirty="0">
                <a:latin typeface="Times New Roman"/>
                <a:cs typeface="Times New Roman"/>
              </a:rPr>
              <a:t> cu </a:t>
            </a:r>
            <a:r>
              <a:rPr lang="en-US" dirty="0" err="1">
                <a:latin typeface="Times New Roman"/>
                <a:cs typeface="Times New Roman"/>
              </a:rPr>
              <a:t>copiii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centrele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plasament</a:t>
            </a:r>
            <a:r>
              <a:rPr lang="en-US" dirty="0">
                <a:latin typeface="Times New Roman"/>
                <a:cs typeface="Times New Roman"/>
              </a:rPr>
              <a:t> din Maramureș. </a:t>
            </a:r>
            <a:r>
              <a:rPr lang="en-US" dirty="0" err="1">
                <a:latin typeface="Times New Roman"/>
                <a:cs typeface="Times New Roman"/>
              </a:rPr>
              <a:t>Scopul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activității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fost</a:t>
            </a:r>
            <a:r>
              <a:rPr lang="en-US" dirty="0">
                <a:latin typeface="Times New Roman"/>
                <a:cs typeface="Times New Roman"/>
              </a:rPr>
              <a:t> de a fi </a:t>
            </a:r>
            <a:r>
              <a:rPr lang="en-US" dirty="0" err="1">
                <a:latin typeface="Times New Roman"/>
                <a:cs typeface="Times New Roman"/>
              </a:rPr>
              <a:t>într</a:t>
            </a:r>
            <a:r>
              <a:rPr lang="en-US" dirty="0">
                <a:latin typeface="Times New Roman"/>
                <a:cs typeface="Times New Roman"/>
              </a:rPr>
              <a:t>-o </a:t>
            </a:r>
            <a:r>
              <a:rPr lang="en-US" dirty="0" err="1">
                <a:latin typeface="Times New Roman"/>
                <a:cs typeface="Times New Roman"/>
              </a:rPr>
              <a:t>atmosferă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plăcută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de a </a:t>
            </a:r>
            <a:r>
              <a:rPr lang="en-US" dirty="0" err="1">
                <a:latin typeface="Times New Roman"/>
                <a:cs typeface="Times New Roman"/>
              </a:rPr>
              <a:t>ieși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dintr</a:t>
            </a:r>
            <a:r>
              <a:rPr lang="en-US" dirty="0">
                <a:latin typeface="Times New Roman"/>
                <a:cs typeface="Times New Roman"/>
              </a:rPr>
              <a:t>-un </a:t>
            </a:r>
            <a:r>
              <a:rPr lang="en-US" dirty="0" err="1">
                <a:latin typeface="Times New Roman"/>
                <a:cs typeface="Times New Roman"/>
              </a:rPr>
              <a:t>mediu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instituțional</a:t>
            </a:r>
            <a:r>
              <a:rPr lang="en-US" dirty="0">
                <a:latin typeface="Times New Roman"/>
                <a:cs typeface="Times New Roman"/>
              </a:rPr>
              <a:t>, care a </a:t>
            </a:r>
            <a:r>
              <a:rPr lang="en-US" dirty="0" err="1">
                <a:latin typeface="Times New Roman"/>
                <a:cs typeface="Times New Roman"/>
              </a:rPr>
              <a:t>condus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oferirea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alternativei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perspectivei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viață</a:t>
            </a:r>
            <a:r>
              <a:rPr lang="en-US" dirty="0">
                <a:latin typeface="Times New Roman"/>
                <a:cs typeface="Times New Roman"/>
              </a:rPr>
              <a:t>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7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A group of people in a hallway&#10;&#10;Description automatically generated">
            <a:extLst>
              <a:ext uri="{FF2B5EF4-FFF2-40B4-BE49-F238E27FC236}">
                <a16:creationId xmlns:a16="http://schemas.microsoft.com/office/drawing/2014/main" id="{6CC44232-993B-CF02-F55B-1A0DA9356D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1130" r="15948" b="2"/>
          <a:stretch>
            <a:fillRect/>
          </a:stretch>
        </p:blipFill>
        <p:spPr>
          <a:xfrm>
            <a:off x="-4704" y="10"/>
            <a:ext cx="56967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7017262-EEEC-4F5E-917D-A55E68A11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0375" y="-480370"/>
            <a:ext cx="4735963" cy="569671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AF6E2-656D-F665-EF96-F63E2B3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43" y="1031790"/>
            <a:ext cx="4950118" cy="218751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imes New Roman"/>
                <a:cs typeface="Times New Roman"/>
              </a:rPr>
              <a:t>ACTIVITĂȚI PE CARE ASOCIAȚIA LE-A DERULAT</a:t>
            </a:r>
            <a:endParaRPr lang="en-US" sz="3200" b="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A3EDAAA-869E-4AA2-A7CE-BF2C0259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718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E944-45BA-27F3-B53D-55A6CFA4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2960" y="1031002"/>
            <a:ext cx="5288049" cy="5266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Cu </a:t>
            </a:r>
            <a:r>
              <a:rPr lang="en-US" dirty="0" err="1">
                <a:latin typeface="Times New Roman"/>
                <a:cs typeface="Times New Roman"/>
              </a:rPr>
              <a:t>ocazia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sărbătorilor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iarnă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împreună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copiii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cadrul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Unităților</a:t>
            </a:r>
            <a:r>
              <a:rPr lang="en-US" dirty="0">
                <a:latin typeface="Times New Roman"/>
                <a:cs typeface="Times New Roman"/>
              </a:rPr>
              <a:t> de Tip Familial, am </a:t>
            </a:r>
            <a:r>
              <a:rPr lang="en-US" dirty="0" err="1">
                <a:latin typeface="Times New Roman"/>
                <a:cs typeface="Times New Roman"/>
              </a:rPr>
              <a:t>efectuat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vizite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instituționale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colindând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diferite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instituții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Primăria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Municipiului</a:t>
            </a:r>
            <a:r>
              <a:rPr lang="en-US" dirty="0">
                <a:latin typeface="Times New Roman"/>
                <a:cs typeface="Times New Roman"/>
              </a:rPr>
              <a:t> Gherla, D.G.A.S.P.C. Cluj, </a:t>
            </a:r>
            <a:r>
              <a:rPr lang="en-US" dirty="0" err="1">
                <a:latin typeface="Times New Roman"/>
                <a:cs typeface="Times New Roman"/>
              </a:rPr>
              <a:t>Consiliul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Județean</a:t>
            </a:r>
            <a:r>
              <a:rPr lang="en-US" dirty="0">
                <a:latin typeface="Times New Roman"/>
                <a:cs typeface="Times New Roman"/>
              </a:rPr>
              <a:t> Cluj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Poliția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Municipală</a:t>
            </a:r>
            <a:r>
              <a:rPr lang="en-US" dirty="0">
                <a:latin typeface="Times New Roman"/>
                <a:cs typeface="Times New Roman"/>
              </a:rPr>
              <a:t> Gherla.</a:t>
            </a:r>
          </a:p>
        </p:txBody>
      </p:sp>
    </p:spTree>
    <p:extLst>
      <p:ext uri="{BB962C8B-B14F-4D97-AF65-F5344CB8AC3E}">
        <p14:creationId xmlns:p14="http://schemas.microsoft.com/office/powerpoint/2010/main" val="1697504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92348-32C7-E2BA-8227-B7B732B1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092" y="1402492"/>
            <a:ext cx="6569646" cy="172541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ACTIVITĂȚI PE CARE ASOCIAȚIA LE-A DERULAT</a:t>
            </a:r>
            <a:endParaRPr lang="en-US" sz="28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19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1900"/>
          </a:p>
        </p:txBody>
      </p:sp>
      <p:pic>
        <p:nvPicPr>
          <p:cNvPr id="4" name="Picture 3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D5E20CB2-45CA-AAD9-5C57-CA303ADC5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5766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9A860-786E-EA64-3EED-A13908560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Ieșiri</a:t>
            </a:r>
            <a:r>
              <a:rPr lang="en-US" dirty="0">
                <a:latin typeface="Times New Roman"/>
                <a:cs typeface="Times New Roman"/>
              </a:rPr>
              <a:t> cu </a:t>
            </a:r>
            <a:r>
              <a:rPr lang="en-US" dirty="0" err="1">
                <a:latin typeface="Times New Roman"/>
                <a:cs typeface="Times New Roman"/>
              </a:rPr>
              <a:t>copii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tineri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cadrul</a:t>
            </a:r>
            <a:r>
              <a:rPr lang="en-US" dirty="0">
                <a:latin typeface="Times New Roman"/>
                <a:cs typeface="Times New Roman"/>
              </a:rPr>
              <a:t> U.T.F Gherla la pizza: </a:t>
            </a:r>
            <a:r>
              <a:rPr lang="en-US" dirty="0" err="1">
                <a:latin typeface="Times New Roman"/>
                <a:cs typeface="Times New Roman"/>
              </a:rPr>
              <a:t>Scopul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fost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întărirea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relațiilor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cunoașterea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reciprocă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vederea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promovării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ajutorării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reciproce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2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A2D70-0A01-AFD0-FFB6-1A23EB42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657" y="1371600"/>
            <a:ext cx="5424353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latin typeface="Times New Roman"/>
                <a:cs typeface="Times New Roman"/>
              </a:rPr>
              <a:t>ACTIVITĂȚI PE CARE ASOCIAȚIA LE-A DERULAT</a:t>
            </a:r>
            <a:endParaRPr lang="en-US" sz="31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100"/>
          </a:p>
        </p:txBody>
      </p:sp>
      <p:pic>
        <p:nvPicPr>
          <p:cNvPr id="5" name="Picture 4" descr="A person holding a bag of food&#10;&#10;Description automatically generated">
            <a:extLst>
              <a:ext uri="{FF2B5EF4-FFF2-40B4-BE49-F238E27FC236}">
                <a16:creationId xmlns:a16="http://schemas.microsoft.com/office/drawing/2014/main" id="{AAD4B430-0045-D1AC-5FDD-27DC72CD6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32" r="-2" b="40876"/>
          <a:stretch>
            <a:fillRect/>
          </a:stretch>
        </p:blipFill>
        <p:spPr>
          <a:xfrm>
            <a:off x="-1" y="1"/>
            <a:ext cx="5303520" cy="3429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90741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oup of bags of food on a couch&#10;&#10;Description automatically generated">
            <a:extLst>
              <a:ext uri="{FF2B5EF4-FFF2-40B4-BE49-F238E27FC236}">
                <a16:creationId xmlns:a16="http://schemas.microsoft.com/office/drawing/2014/main" id="{02E0D168-C541-71E7-0E0E-93EC94F0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19" r="2" b="5775"/>
          <a:stretch>
            <a:fillRect/>
          </a:stretch>
        </p:blipFill>
        <p:spPr>
          <a:xfrm>
            <a:off x="-1" y="3429000"/>
            <a:ext cx="5303520" cy="3429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EF596-53CD-92B1-86F2-27290186B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656" y="2633236"/>
            <a:ext cx="5424353" cy="36646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Oferirea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cadouri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pragul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sărbătorilor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iarnă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54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5DFC3-D6C4-D010-3CA7-DAC3AE0A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latin typeface="Times New Roman"/>
                <a:cs typeface="Times New Roman"/>
              </a:rPr>
              <a:t>ACTIVITĂȚI PE CARE ASOCIAȚIA LE-A DERULAT</a:t>
            </a:r>
            <a:endParaRPr lang="en-US" sz="37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700"/>
          </a:p>
        </p:txBody>
      </p:sp>
      <p:pic>
        <p:nvPicPr>
          <p:cNvPr id="4" name="Picture 3" descr="A group of men sitting at a table with food&#10;&#10;Description automatically generated">
            <a:extLst>
              <a:ext uri="{FF2B5EF4-FFF2-40B4-BE49-F238E27FC236}">
                <a16:creationId xmlns:a16="http://schemas.microsoft.com/office/drawing/2014/main" id="{0AF0BE7E-E7C3-52C9-0AAB-378CD0E7E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6287"/>
            <a:ext cx="5013945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E5470-6481-D64B-451F-4CBD5FCDD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Discuții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tinerii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despre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orientarea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alegerea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profesiei</a:t>
            </a:r>
            <a:r>
              <a:rPr lang="en-US" dirty="0">
                <a:latin typeface="Times New Roman"/>
                <a:cs typeface="Times New Roman"/>
              </a:rPr>
              <a:t>. Despre </a:t>
            </a:r>
            <a:r>
              <a:rPr lang="en-US" dirty="0" err="1">
                <a:latin typeface="Times New Roman"/>
                <a:cs typeface="Times New Roman"/>
              </a:rPr>
              <a:t>interprinderile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viață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independentă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pasiunile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acestora</a:t>
            </a:r>
            <a:r>
              <a:rPr lang="en-US" dirty="0">
                <a:latin typeface="Times New Roman"/>
                <a:cs typeface="Times New Roman"/>
              </a:rPr>
              <a:t>. </a:t>
            </a:r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3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5413B-21C4-13E9-B443-3507D014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ACTIVITĂȚI PE CARE ASOCIAȚIA LE-A DERULAT</a:t>
            </a:r>
            <a:endParaRPr lang="en-US" sz="28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2800"/>
          </a:p>
        </p:txBody>
      </p:sp>
      <p:pic>
        <p:nvPicPr>
          <p:cNvPr id="4" name="Picture 3" descr="A person and person sitting in chairs&#10;&#10;Description automatically generated">
            <a:extLst>
              <a:ext uri="{FF2B5EF4-FFF2-40B4-BE49-F238E27FC236}">
                <a16:creationId xmlns:a16="http://schemas.microsoft.com/office/drawing/2014/main" id="{B6BDE637-7659-CD3A-724F-D09091A3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1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9278-7C00-55DB-D251-4B2367464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777" y="4895270"/>
            <a:ext cx="6658234" cy="1476541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Participarea</a:t>
            </a:r>
            <a:r>
              <a:rPr lang="en-US" dirty="0">
                <a:latin typeface="Times New Roman"/>
                <a:cs typeface="Times New Roman"/>
              </a:rPr>
              <a:t> la </a:t>
            </a:r>
            <a:r>
              <a:rPr lang="en-US" dirty="0" err="1">
                <a:latin typeface="Times New Roman"/>
                <a:cs typeface="Times New Roman"/>
              </a:rPr>
              <a:t>emisiuni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scopul</a:t>
            </a:r>
            <a:r>
              <a:rPr lang="en-US" dirty="0">
                <a:latin typeface="Times New Roman"/>
                <a:cs typeface="Times New Roman"/>
              </a:rPr>
              <a:t> de a </a:t>
            </a:r>
            <a:r>
              <a:rPr lang="en-US" dirty="0" err="1">
                <a:latin typeface="Times New Roman"/>
                <a:cs typeface="Times New Roman"/>
              </a:rPr>
              <a:t>sensibiliza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opinia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publică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privire</a:t>
            </a:r>
            <a:r>
              <a:rPr lang="en-US" dirty="0">
                <a:latin typeface="Times New Roman"/>
                <a:cs typeface="Times New Roman"/>
              </a:rPr>
              <a:t> la </a:t>
            </a:r>
            <a:r>
              <a:rPr lang="en-US" dirty="0" err="1">
                <a:latin typeface="Times New Roman"/>
                <a:cs typeface="Times New Roman"/>
              </a:rPr>
              <a:t>nevoile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problemele</a:t>
            </a:r>
            <a:r>
              <a:rPr lang="en-US" dirty="0">
                <a:latin typeface="Times New Roman"/>
                <a:cs typeface="Times New Roman"/>
              </a:rPr>
              <a:t> pe care </a:t>
            </a:r>
            <a:r>
              <a:rPr lang="en-US" dirty="0" err="1">
                <a:latin typeface="Times New Roman"/>
                <a:cs typeface="Times New Roman"/>
              </a:rPr>
              <a:t>copiii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tinerii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sistem</a:t>
            </a:r>
            <a:r>
              <a:rPr lang="en-US" dirty="0">
                <a:latin typeface="Times New Roman"/>
                <a:cs typeface="Times New Roman"/>
              </a:rPr>
              <a:t> le </a:t>
            </a:r>
            <a:r>
              <a:rPr lang="en-US" dirty="0" err="1">
                <a:latin typeface="Times New Roman"/>
                <a:cs typeface="Times New Roman"/>
              </a:rPr>
              <a:t>întâmpină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cât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familiile</a:t>
            </a:r>
            <a:r>
              <a:rPr lang="en-US" dirty="0">
                <a:latin typeface="Times New Roman"/>
                <a:cs typeface="Times New Roman"/>
              </a:rPr>
              <a:t> care se </a:t>
            </a:r>
            <a:r>
              <a:rPr lang="en-US" dirty="0" err="1">
                <a:latin typeface="Times New Roman"/>
                <a:cs typeface="Times New Roman"/>
              </a:rPr>
              <a:t>confruntă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diferite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adicții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probleme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sociale</a:t>
            </a:r>
            <a:r>
              <a:rPr lang="en-US" dirty="0">
                <a:latin typeface="Times New Roman"/>
                <a:cs typeface="Times New Roman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630718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82F99-A36F-2A55-2BE1-FC4BD6E1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latin typeface="Times New Roman"/>
                <a:cs typeface="Times New Roman"/>
              </a:rPr>
              <a:t>ACTIVITĂȚI PE CARE ASOCIAȚIA LE-A DERULAT</a:t>
            </a:r>
            <a:endParaRPr lang="en-US" sz="31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100"/>
          </a:p>
        </p:txBody>
      </p:sp>
      <p:pic>
        <p:nvPicPr>
          <p:cNvPr id="4" name="Picture 3" descr="A screenshot of two men sitting on a bench&#10;&#10;Description automatically generated">
            <a:extLst>
              <a:ext uri="{FF2B5EF4-FFF2-40B4-BE49-F238E27FC236}">
                <a16:creationId xmlns:a16="http://schemas.microsoft.com/office/drawing/2014/main" id="{D231F00A-DF2F-A247-9A41-644786301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914400"/>
            <a:ext cx="4200936" cy="538581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A8076-FC54-2E99-C025-7003B3057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Încurajarea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promovarea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voluntariatului</a:t>
            </a:r>
            <a:r>
              <a:rPr lang="en-US" dirty="0">
                <a:latin typeface="Times New Roman"/>
                <a:cs typeface="Times New Roman"/>
              </a:rPr>
              <a:t> din </a:t>
            </a:r>
            <a:r>
              <a:rPr lang="en-US" dirty="0" err="1">
                <a:latin typeface="Times New Roman"/>
                <a:cs typeface="Times New Roman"/>
              </a:rPr>
              <a:t>partea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studenților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cadrul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Facultății</a:t>
            </a:r>
            <a:r>
              <a:rPr lang="en-US" dirty="0">
                <a:latin typeface="Times New Roman"/>
                <a:cs typeface="Times New Roman"/>
              </a:rPr>
              <a:t> de Drept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vederea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promovării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apărăii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drepturilor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copiilor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sistemul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protecție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socială</a:t>
            </a:r>
            <a:r>
              <a:rPr lang="en-US" dirty="0">
                <a:latin typeface="Times New Roman"/>
                <a:cs typeface="Times New Roman"/>
              </a:rPr>
              <a:t>, cu </a:t>
            </a:r>
            <a:r>
              <a:rPr lang="en-US" dirty="0" err="1">
                <a:latin typeface="Times New Roman"/>
                <a:cs typeface="Times New Roman"/>
              </a:rPr>
              <a:t>ajutorul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influcencerilor</a:t>
            </a:r>
            <a:r>
              <a:rPr lang="en-US" dirty="0">
                <a:latin typeface="Times New Roman"/>
                <a:cs typeface="Times New Roman"/>
              </a:rPr>
              <a:t>- Avocat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coleg</a:t>
            </a:r>
            <a:r>
              <a:rPr lang="en-US" dirty="0">
                <a:latin typeface="Times New Roman"/>
                <a:cs typeface="Times New Roman"/>
              </a:rPr>
              <a:t> Alin </a:t>
            </a:r>
            <a:r>
              <a:rPr lang="en-US" dirty="0" err="1">
                <a:latin typeface="Times New Roman"/>
                <a:cs typeface="Times New Roman"/>
              </a:rPr>
              <a:t>Chifor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88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43F54-D56C-5F00-01C9-8076F5A9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968" y="911927"/>
            <a:ext cx="6072041" cy="10972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latin typeface="Times New Roman"/>
                <a:cs typeface="Times New Roman"/>
              </a:rPr>
              <a:t>ACTIVITĂȚI PE CARE ASOCIAȚIA LE-A DERULAT</a:t>
            </a:r>
            <a:endParaRPr lang="en-US" sz="34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400"/>
          </a:p>
        </p:txBody>
      </p:sp>
      <p:pic>
        <p:nvPicPr>
          <p:cNvPr id="4" name="Picture 3" descr="Two men standing in a forest&#10;&#10;Description automatically generated">
            <a:extLst>
              <a:ext uri="{FF2B5EF4-FFF2-40B4-BE49-F238E27FC236}">
                <a16:creationId xmlns:a16="http://schemas.microsoft.com/office/drawing/2014/main" id="{72A42A39-05D2-D672-9647-37E994A1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7" r="2579" b="-1"/>
          <a:stretch>
            <a:fillRect/>
          </a:stretch>
        </p:blipFill>
        <p:spPr>
          <a:xfrm>
            <a:off x="1" y="911927"/>
            <a:ext cx="4599429" cy="2686737"/>
          </a:xfrm>
          <a:prstGeom prst="rect">
            <a:avLst/>
          </a:prstGeom>
        </p:spPr>
      </p:pic>
      <p:pic>
        <p:nvPicPr>
          <p:cNvPr id="5" name="Picture 4" descr="A couple of people sitting on couches in front of a guitar&#10;&#10;Description automatically generated">
            <a:extLst>
              <a:ext uri="{FF2B5EF4-FFF2-40B4-BE49-F238E27FC236}">
                <a16:creationId xmlns:a16="http://schemas.microsoft.com/office/drawing/2014/main" id="{06E9EC46-DE8B-7A57-F3DF-D5F7E1E82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1" r="-3" b="-3"/>
          <a:stretch>
            <a:fillRect/>
          </a:stretch>
        </p:blipFill>
        <p:spPr>
          <a:xfrm>
            <a:off x="3" y="3598671"/>
            <a:ext cx="4599429" cy="26741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2782"/>
            <a:ext cx="4599433" cy="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A54C-2DE8-1F87-1E98-79F164F6D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68" y="2173563"/>
            <a:ext cx="6072041" cy="4121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PODCAST: „Oameni </a:t>
            </a:r>
            <a:r>
              <a:rPr lang="en-US" err="1">
                <a:latin typeface="Times New Roman"/>
                <a:cs typeface="Times New Roman"/>
              </a:rPr>
              <a:t>faini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err="1">
                <a:latin typeface="Times New Roman"/>
                <a:cs typeface="Times New Roman"/>
              </a:rPr>
              <a:t>Povești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faine</a:t>
            </a:r>
            <a:r>
              <a:rPr lang="en-US" dirty="0">
                <a:latin typeface="Times New Roman"/>
                <a:cs typeface="Times New Roman"/>
              </a:rPr>
              <a:t>”: </a:t>
            </a:r>
            <a:r>
              <a:rPr lang="en-US" err="1">
                <a:latin typeface="Times New Roman"/>
                <a:cs typeface="Times New Roman"/>
              </a:rPr>
              <a:t>Scopul</a:t>
            </a:r>
            <a:r>
              <a:rPr lang="en-US" dirty="0">
                <a:latin typeface="Times New Roman"/>
                <a:cs typeface="Times New Roman"/>
              </a:rPr>
              <a:t>  </a:t>
            </a:r>
            <a:r>
              <a:rPr lang="en-US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scoatem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evidență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problemele</a:t>
            </a:r>
            <a:r>
              <a:rPr lang="en-US" dirty="0">
                <a:latin typeface="Times New Roman"/>
                <a:cs typeface="Times New Roman"/>
              </a:rPr>
              <a:t>/</a:t>
            </a:r>
            <a:r>
              <a:rPr lang="en-US" err="1">
                <a:latin typeface="Times New Roman"/>
                <a:cs typeface="Times New Roman"/>
              </a:rPr>
              <a:t>dificultățile</a:t>
            </a:r>
            <a:r>
              <a:rPr lang="en-US" dirty="0">
                <a:latin typeface="Times New Roman"/>
                <a:cs typeface="Times New Roman"/>
              </a:rPr>
              <a:t> cu care </a:t>
            </a:r>
            <a:r>
              <a:rPr lang="en-US" err="1">
                <a:latin typeface="Times New Roman"/>
                <a:cs typeface="Times New Roman"/>
              </a:rPr>
              <a:t>tinerii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err="1">
                <a:latin typeface="Times New Roman"/>
                <a:cs typeface="Times New Roman"/>
              </a:rPr>
              <a:t>sistem</a:t>
            </a:r>
            <a:r>
              <a:rPr lang="en-US" dirty="0">
                <a:latin typeface="Times New Roman"/>
                <a:cs typeface="Times New Roman"/>
              </a:rPr>
              <a:t> s-au </a:t>
            </a:r>
            <a:r>
              <a:rPr lang="en-US" err="1">
                <a:latin typeface="Times New Roman"/>
                <a:cs typeface="Times New Roman"/>
              </a:rPr>
              <a:t>confruntat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cum au </a:t>
            </a:r>
            <a:r>
              <a:rPr lang="en-US" err="1">
                <a:latin typeface="Times New Roman"/>
                <a:cs typeface="Times New Roman"/>
              </a:rPr>
              <a:t>reușit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aceștia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să-și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depășească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condiția</a:t>
            </a:r>
            <a:r>
              <a:rPr lang="en-US" dirty="0">
                <a:latin typeface="Times New Roman"/>
                <a:cs typeface="Times New Roman"/>
              </a:rPr>
              <a:t>. (</a:t>
            </a:r>
            <a:r>
              <a:rPr lang="en-US" err="1">
                <a:latin typeface="Times New Roman"/>
                <a:cs typeface="Times New Roman"/>
              </a:rPr>
              <a:t>youtube</a:t>
            </a:r>
            <a:r>
              <a:rPr lang="en-US" dirty="0">
                <a:latin typeface="Times New Roman"/>
                <a:cs typeface="Times New Roman"/>
              </a:rPr>
              <a:t>).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134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48821-7DBB-C729-3A54-0091EEF3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500" b="1" kern="1200" dirty="0">
                <a:latin typeface="Times New Roman"/>
                <a:cs typeface="Times New Roman"/>
              </a:rPr>
              <a:t>ACTIVITĂȚI PE CARE ASOCIAȚIA LE-A DERULAT</a:t>
            </a:r>
          </a:p>
          <a:p>
            <a:pPr>
              <a:lnSpc>
                <a:spcPct val="90000"/>
              </a:lnSpc>
            </a:pPr>
            <a:endParaRPr lang="en-US" sz="45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61F05-D3F4-2AF5-069B-48D5EEAB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756" y="5046281"/>
            <a:ext cx="4308672" cy="1172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 err="1">
                <a:latin typeface="Times New Roman"/>
                <a:cs typeface="Times New Roman"/>
              </a:rPr>
              <a:t>Vizita</a:t>
            </a:r>
            <a:r>
              <a:rPr lang="en-US" sz="1800" b="1" cap="all" spc="300" dirty="0">
                <a:latin typeface="Times New Roman"/>
                <a:cs typeface="Times New Roman"/>
              </a:rPr>
              <a:t> </a:t>
            </a:r>
            <a:r>
              <a:rPr lang="en-US" sz="1800" b="1" cap="all" spc="300" err="1">
                <a:latin typeface="Times New Roman"/>
                <a:cs typeface="Times New Roman"/>
              </a:rPr>
              <a:t>și</a:t>
            </a:r>
            <a:r>
              <a:rPr lang="en-US" sz="1800" b="1" cap="all" spc="300" dirty="0">
                <a:latin typeface="Times New Roman"/>
                <a:cs typeface="Times New Roman"/>
              </a:rPr>
              <a:t> </a:t>
            </a:r>
            <a:r>
              <a:rPr lang="en-US" sz="1800" b="1" cap="all" spc="300" err="1">
                <a:latin typeface="Times New Roman"/>
                <a:cs typeface="Times New Roman"/>
              </a:rPr>
              <a:t>informare</a:t>
            </a:r>
            <a:r>
              <a:rPr lang="en-US" sz="1800" b="1" cap="all" spc="300" dirty="0">
                <a:latin typeface="Times New Roman"/>
                <a:cs typeface="Times New Roman"/>
              </a:rPr>
              <a:t> </a:t>
            </a:r>
            <a:r>
              <a:rPr lang="en-US" sz="1800" b="1" cap="all" spc="300" err="1">
                <a:latin typeface="Times New Roman"/>
                <a:cs typeface="Times New Roman"/>
              </a:rPr>
              <a:t>vârstnici</a:t>
            </a:r>
            <a:r>
              <a:rPr lang="en-US" sz="1800" b="1" cap="all" spc="300" dirty="0">
                <a:latin typeface="Times New Roman"/>
                <a:cs typeface="Times New Roman"/>
              </a:rPr>
              <a:t> </a:t>
            </a:r>
            <a:r>
              <a:rPr lang="en-US" sz="1800" b="1" cap="all" spc="300" err="1">
                <a:latin typeface="Times New Roman"/>
                <a:cs typeface="Times New Roman"/>
              </a:rPr>
              <a:t>în</a:t>
            </a:r>
            <a:r>
              <a:rPr lang="en-US" sz="1800" b="1" cap="all" spc="300" dirty="0">
                <a:latin typeface="Times New Roman"/>
                <a:cs typeface="Times New Roman"/>
              </a:rPr>
              <a:t> </a:t>
            </a:r>
            <a:r>
              <a:rPr lang="en-US" sz="1800" b="1" cap="all" spc="300" err="1">
                <a:latin typeface="Times New Roman"/>
                <a:cs typeface="Times New Roman"/>
              </a:rPr>
              <a:t>Municipiul</a:t>
            </a:r>
            <a:r>
              <a:rPr lang="en-US" sz="1800" b="1" cap="all" spc="300" dirty="0">
                <a:latin typeface="Times New Roman"/>
                <a:cs typeface="Times New Roman"/>
              </a:rPr>
              <a:t> Gherla-  </a:t>
            </a:r>
            <a:r>
              <a:rPr lang="en-US" sz="1800" b="1" cap="all" spc="300" err="1">
                <a:latin typeface="Times New Roman"/>
                <a:cs typeface="Times New Roman"/>
              </a:rPr>
              <a:t>Aprilie</a:t>
            </a:r>
            <a:r>
              <a:rPr lang="en-US" sz="1800" b="1" cap="all" spc="300" dirty="0">
                <a:latin typeface="Times New Roman"/>
                <a:cs typeface="Times New Roman"/>
              </a:rPr>
              <a:t>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39309-8987-EEFE-BD43-CBD7D22BE3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12" r="-1" b="21463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656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3BD8D2-768A-3487-46BC-EAFA1CA23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latin typeface="Times New Roman"/>
                <a:cs typeface="Times New Roman"/>
              </a:rPr>
              <a:t>ACTIVITĂȚI PE CARE ASOCIAȚIA LE-A DERULAT</a:t>
            </a:r>
            <a:endParaRPr lang="en-US" sz="25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25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E6253-D1ED-882A-2364-BD05E287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8" r="11624" b="2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76746-9DF3-EAC7-A724-4FB714677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 err="1">
                <a:latin typeface="Times New Roman"/>
                <a:cs typeface="Times New Roman"/>
              </a:rPr>
              <a:t>Discuții</a:t>
            </a:r>
            <a:r>
              <a:rPr lang="en-US" sz="1900" dirty="0">
                <a:latin typeface="Times New Roman"/>
                <a:cs typeface="Times New Roman"/>
              </a:rPr>
              <a:t> cu </a:t>
            </a:r>
            <a:r>
              <a:rPr lang="en-US" sz="1900" dirty="0" err="1">
                <a:latin typeface="Times New Roman"/>
                <a:cs typeface="Times New Roman"/>
              </a:rPr>
              <a:t>persone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adulte</a:t>
            </a:r>
            <a:r>
              <a:rPr lang="en-US" sz="1900" dirty="0">
                <a:latin typeface="Times New Roman"/>
                <a:cs typeface="Times New Roman"/>
              </a:rPr>
              <a:t> cu </a:t>
            </a:r>
            <a:r>
              <a:rPr lang="en-US" sz="1900" dirty="0" err="1">
                <a:latin typeface="Times New Roman"/>
                <a:cs typeface="Times New Roman"/>
              </a:rPr>
              <a:t>privire</a:t>
            </a:r>
            <a:r>
              <a:rPr lang="en-US" sz="1900" dirty="0">
                <a:latin typeface="Times New Roman"/>
                <a:cs typeface="Times New Roman"/>
              </a:rPr>
              <a:t> la </a:t>
            </a:r>
            <a:r>
              <a:rPr lang="en-US" sz="1900" dirty="0" err="1">
                <a:latin typeface="Times New Roman"/>
                <a:cs typeface="Times New Roman"/>
              </a:rPr>
              <a:t>problemele</a:t>
            </a:r>
            <a:r>
              <a:rPr lang="en-US" sz="1900" dirty="0">
                <a:latin typeface="Times New Roman"/>
                <a:cs typeface="Times New Roman"/>
              </a:rPr>
              <a:t> pe care </a:t>
            </a:r>
            <a:r>
              <a:rPr lang="en-US" sz="1900" dirty="0" err="1">
                <a:latin typeface="Times New Roman"/>
                <a:cs typeface="Times New Roman"/>
              </a:rPr>
              <a:t>copiii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și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tinerii</a:t>
            </a:r>
            <a:r>
              <a:rPr lang="en-US" sz="1900" dirty="0">
                <a:latin typeface="Times New Roman"/>
                <a:cs typeface="Times New Roman"/>
              </a:rPr>
              <a:t> le au </a:t>
            </a:r>
            <a:r>
              <a:rPr lang="en-US" sz="1900" dirty="0" err="1">
                <a:latin typeface="Times New Roman"/>
                <a:cs typeface="Times New Roman"/>
              </a:rPr>
              <a:t>în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raport</a:t>
            </a:r>
            <a:r>
              <a:rPr lang="en-US" sz="1900" dirty="0">
                <a:latin typeface="Times New Roman"/>
                <a:cs typeface="Times New Roman"/>
              </a:rPr>
              <a:t> cu </a:t>
            </a:r>
            <a:r>
              <a:rPr lang="en-US" sz="1900" dirty="0" err="1">
                <a:latin typeface="Times New Roman"/>
                <a:cs typeface="Times New Roman"/>
              </a:rPr>
              <a:t>drogurile</a:t>
            </a:r>
            <a:r>
              <a:rPr lang="en-US" sz="1900" dirty="0">
                <a:latin typeface="Times New Roman"/>
                <a:cs typeface="Times New Roman"/>
              </a:rPr>
              <a:t>, </a:t>
            </a:r>
            <a:r>
              <a:rPr lang="en-US" sz="1900" dirty="0" err="1">
                <a:latin typeface="Times New Roman"/>
                <a:cs typeface="Times New Roman"/>
              </a:rPr>
              <a:t>substanțele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psihoactive</a:t>
            </a:r>
            <a:r>
              <a:rPr lang="en-US" sz="1900" dirty="0">
                <a:latin typeface="Times New Roman"/>
                <a:cs typeface="Times New Roman"/>
              </a:rPr>
              <a:t>, </a:t>
            </a:r>
            <a:r>
              <a:rPr lang="en-US" sz="1900" dirty="0" err="1">
                <a:latin typeface="Times New Roman"/>
                <a:cs typeface="Times New Roman"/>
              </a:rPr>
              <a:t>alcoolul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și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importanța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implicării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comunității</a:t>
            </a:r>
            <a:r>
              <a:rPr lang="en-US" sz="1900" dirty="0">
                <a:latin typeface="Times New Roman"/>
                <a:cs typeface="Times New Roman"/>
              </a:rPr>
              <a:t> </a:t>
            </a:r>
            <a:r>
              <a:rPr lang="en-US" sz="1900" dirty="0" err="1">
                <a:latin typeface="Times New Roman"/>
                <a:cs typeface="Times New Roman"/>
              </a:rPr>
              <a:t>în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rândul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adolescențiilor</a:t>
            </a:r>
            <a:r>
              <a:rPr lang="en-US" sz="1900" dirty="0">
                <a:latin typeface="Times New Roman"/>
                <a:cs typeface="Times New Roman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133680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AA75A-F4A3-3045-C905-2FEE476CC2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88" r="9091" b="47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7C4F1-E902-FE60-44D5-4B7CAB88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76" y="5253050"/>
            <a:ext cx="4228230" cy="9692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cap="all" spc="300" dirty="0" err="1">
                <a:solidFill>
                  <a:srgbClr val="FFFFFF"/>
                </a:solidFill>
              </a:rPr>
              <a:t>Consilierea</a:t>
            </a:r>
            <a:r>
              <a:rPr lang="en-US" sz="1900" b="1" cap="all" spc="300" dirty="0">
                <a:solidFill>
                  <a:srgbClr val="FFFFFF"/>
                </a:solidFill>
              </a:rPr>
              <a:t> </a:t>
            </a:r>
            <a:r>
              <a:rPr lang="en-US" sz="1900" b="1" cap="all" spc="300" dirty="0" err="1">
                <a:solidFill>
                  <a:srgbClr val="FFFFFF"/>
                </a:solidFill>
              </a:rPr>
              <a:t>familiei</a:t>
            </a:r>
            <a:r>
              <a:rPr lang="en-US" sz="1900" b="1" cap="all" spc="300" dirty="0">
                <a:solidFill>
                  <a:srgbClr val="FFFFFF"/>
                </a:solidFill>
              </a:rPr>
              <a:t> </a:t>
            </a:r>
            <a:r>
              <a:rPr lang="en-US" sz="1900" b="1" cap="all" spc="300" dirty="0" err="1">
                <a:solidFill>
                  <a:srgbClr val="FFFFFF"/>
                </a:solidFill>
              </a:rPr>
              <a:t>în</a:t>
            </a:r>
            <a:r>
              <a:rPr lang="en-US" sz="1900" b="1" cap="all" spc="300" dirty="0">
                <a:solidFill>
                  <a:srgbClr val="FFFFFF"/>
                </a:solidFill>
              </a:rPr>
              <a:t> </a:t>
            </a:r>
            <a:r>
              <a:rPr lang="en-US" sz="1900" b="1" cap="all" spc="300" dirty="0" err="1">
                <a:solidFill>
                  <a:srgbClr val="FFFFFF"/>
                </a:solidFill>
              </a:rPr>
              <a:t>contextul</a:t>
            </a:r>
            <a:r>
              <a:rPr lang="en-US" sz="1900" b="1" cap="all" spc="300" dirty="0">
                <a:solidFill>
                  <a:srgbClr val="FFFFFF"/>
                </a:solidFill>
              </a:rPr>
              <a:t> </a:t>
            </a:r>
            <a:r>
              <a:rPr lang="en-US" sz="1900" b="1" cap="all" spc="300" dirty="0" err="1">
                <a:solidFill>
                  <a:srgbClr val="FFFFFF"/>
                </a:solidFill>
              </a:rPr>
              <a:t>unui</a:t>
            </a:r>
            <a:r>
              <a:rPr lang="en-US" sz="1900" b="1" cap="all" spc="300" dirty="0">
                <a:solidFill>
                  <a:srgbClr val="FFFFFF"/>
                </a:solidFill>
              </a:rPr>
              <a:t> </a:t>
            </a:r>
            <a:r>
              <a:rPr lang="en-US" sz="1900" b="1" cap="all" spc="300" dirty="0" err="1">
                <a:solidFill>
                  <a:srgbClr val="FFFFFF"/>
                </a:solidFill>
              </a:rPr>
              <a:t>divorț</a:t>
            </a:r>
            <a:r>
              <a:rPr lang="en-US" sz="1900" b="1" cap="all" spc="300" dirty="0">
                <a:solidFill>
                  <a:srgbClr val="FFFFFF"/>
                </a:solidFill>
              </a:rPr>
              <a:t> 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04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1217C-FC83-2F7A-50D7-D282A13BB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32266"/>
            <a:ext cx="10890926" cy="78846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latin typeface="Times New Roman"/>
                <a:cs typeface="Times New Roman"/>
              </a:rPr>
              <a:t>ACTIVITĂȚI PE CARE ASOCIAȚIA LE-A DERULAT</a:t>
            </a:r>
            <a:endParaRPr lang="en-US" sz="34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99562-B189-029E-FA1A-03D101CB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633"/>
          <a:stretch>
            <a:fillRect/>
          </a:stretch>
        </p:blipFill>
        <p:spPr>
          <a:xfrm>
            <a:off x="768096" y="2092357"/>
            <a:ext cx="3597109" cy="4765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345DCD-B94F-5AA1-BD0E-9E39A4F8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11424"/>
          <a:stretch>
            <a:fillRect/>
          </a:stretch>
        </p:blipFill>
        <p:spPr>
          <a:xfrm>
            <a:off x="4365205" y="2092356"/>
            <a:ext cx="3597107" cy="2389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EBB0C-1BD2-162E-D4AB-F9B7B78C8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180" r="-3" b="20280"/>
          <a:stretch>
            <a:fillRect/>
          </a:stretch>
        </p:blipFill>
        <p:spPr>
          <a:xfrm>
            <a:off x="4365203" y="4482051"/>
            <a:ext cx="3597107" cy="237594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E45FFB-BDDD-441E-8A3F-CA05C33E1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2313" y="2092362"/>
            <a:ext cx="0" cy="477267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7FB2-417E-3960-D780-5306E9E8F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8026" y="2007381"/>
            <a:ext cx="2992982" cy="42835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Vizită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discuții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consiliere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psihosocială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întru-ajutorare</a:t>
            </a:r>
            <a:r>
              <a:rPr lang="en-US" dirty="0">
                <a:latin typeface="Times New Roman"/>
                <a:cs typeface="Times New Roman"/>
              </a:rPr>
              <a:t>, cu </a:t>
            </a:r>
            <a:r>
              <a:rPr lang="en-US" dirty="0" err="1">
                <a:latin typeface="Times New Roman"/>
                <a:cs typeface="Times New Roman"/>
              </a:rPr>
              <a:t>diferite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materiale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alimente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haine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rechizite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școlare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familiile</a:t>
            </a:r>
            <a:r>
              <a:rPr lang="en-US" dirty="0">
                <a:latin typeface="Times New Roman"/>
                <a:cs typeface="Times New Roman"/>
              </a:rPr>
              <a:t> care au </a:t>
            </a:r>
            <a:r>
              <a:rPr lang="en-US" dirty="0" err="1">
                <a:latin typeface="Times New Roman"/>
                <a:cs typeface="Times New Roman"/>
              </a:rPr>
              <a:t>rămas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fără</a:t>
            </a:r>
            <a:r>
              <a:rPr lang="en-US" dirty="0">
                <a:latin typeface="Times New Roman"/>
                <a:cs typeface="Times New Roman"/>
              </a:rPr>
              <a:t> case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viiturilor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dirty="0" err="1">
                <a:latin typeface="Times New Roman"/>
                <a:cs typeface="Times New Roman"/>
              </a:rPr>
              <a:t>Broșteni</a:t>
            </a:r>
            <a:r>
              <a:rPr lang="en-US" dirty="0">
                <a:latin typeface="Times New Roman"/>
                <a:cs typeface="Times New Roman"/>
              </a:rPr>
              <a:t>, Jud. Suceava- 20 August 2025</a:t>
            </a:r>
          </a:p>
        </p:txBody>
      </p:sp>
    </p:spTree>
    <p:extLst>
      <p:ext uri="{BB962C8B-B14F-4D97-AF65-F5344CB8AC3E}">
        <p14:creationId xmlns:p14="http://schemas.microsoft.com/office/powerpoint/2010/main" val="1209222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B401F-46CC-FF5F-DADF-2DDAE098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32266"/>
            <a:ext cx="10890926" cy="78846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latin typeface="Times New Roman"/>
                <a:cs typeface="Times New Roman"/>
              </a:rPr>
              <a:t>ACTIVITĂȚI PE CARE ASOCIAȚIA LE-A DERULAT</a:t>
            </a:r>
            <a:endParaRPr lang="en-US" sz="3400" b="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590B1-2A58-DBF9-3005-F5D38004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633"/>
          <a:stretch>
            <a:fillRect/>
          </a:stretch>
        </p:blipFill>
        <p:spPr>
          <a:xfrm>
            <a:off x="768096" y="2092357"/>
            <a:ext cx="3597109" cy="47656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B06B9C-3BAD-A035-B45A-E50F08BC9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94" r="4137" b="1"/>
          <a:stretch>
            <a:fillRect/>
          </a:stretch>
        </p:blipFill>
        <p:spPr>
          <a:xfrm>
            <a:off x="4365205" y="2092356"/>
            <a:ext cx="3597107" cy="23896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F3E4DB-453E-6681-4D1D-2B2281E199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9" r="16191" b="-1"/>
          <a:stretch>
            <a:fillRect/>
          </a:stretch>
        </p:blipFill>
        <p:spPr>
          <a:xfrm>
            <a:off x="4365203" y="4482051"/>
            <a:ext cx="3597107" cy="237594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E45FFB-BDDD-441E-8A3F-CA05C33E1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2313" y="2092362"/>
            <a:ext cx="0" cy="477267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0BA0-CC5E-4E34-D48E-979A27A0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8026" y="2007381"/>
            <a:ext cx="2992982" cy="42835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err="1">
                <a:latin typeface="Times New Roman"/>
                <a:cs typeface="Times New Roman"/>
              </a:rPr>
              <a:t>Participare</a:t>
            </a:r>
            <a:r>
              <a:rPr lang="en-US" dirty="0">
                <a:latin typeface="Times New Roman"/>
                <a:cs typeface="Times New Roman"/>
              </a:rPr>
              <a:t> la </a:t>
            </a:r>
            <a:r>
              <a:rPr lang="en-US" err="1">
                <a:latin typeface="Times New Roman"/>
                <a:cs typeface="Times New Roman"/>
              </a:rPr>
              <a:t>Tabere</a:t>
            </a:r>
            <a:r>
              <a:rPr lang="en-US" dirty="0">
                <a:latin typeface="Times New Roman"/>
                <a:cs typeface="Times New Roman"/>
              </a:rPr>
              <a:t> Creștine </a:t>
            </a:r>
            <a:r>
              <a:rPr lang="en-US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Informarea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respectiv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conștientizarea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lucrării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lui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Dumnezeu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viețile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tinerilor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șia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copiilor</a:t>
            </a:r>
            <a:r>
              <a:rPr lang="en-US" dirty="0">
                <a:latin typeface="Times New Roman"/>
                <a:cs typeface="Times New Roman"/>
              </a:rPr>
              <a:t> din </a:t>
            </a:r>
            <a:r>
              <a:rPr lang="en-US" err="1">
                <a:latin typeface="Times New Roman"/>
                <a:cs typeface="Times New Roman"/>
              </a:rPr>
              <a:t>toate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mediile</a:t>
            </a:r>
            <a:r>
              <a:rPr lang="en-US" dirty="0">
                <a:latin typeface="Times New Roman"/>
                <a:cs typeface="Times New Roman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924264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38641-65A9-D53B-C4DD-25D02F15E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968" y="623603"/>
            <a:ext cx="6072041" cy="109728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PARTENERIAT</a:t>
            </a:r>
            <a:endParaRPr lang="en-US" dirty="0">
              <a:latin typeface="Times New Roman"/>
            </a:endParaRPr>
          </a:p>
        </p:txBody>
      </p:sp>
      <p:pic>
        <p:nvPicPr>
          <p:cNvPr id="5" name="Picture 4" descr="Two men standing in front of a sign&#10;&#10;Description automatically generated">
            <a:extLst>
              <a:ext uri="{FF2B5EF4-FFF2-40B4-BE49-F238E27FC236}">
                <a16:creationId xmlns:a16="http://schemas.microsoft.com/office/drawing/2014/main" id="{B23F025E-8E08-872B-2508-DFE3A68C5A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60" r="-3" b="35228"/>
          <a:stretch>
            <a:fillRect/>
          </a:stretch>
        </p:blipFill>
        <p:spPr>
          <a:xfrm>
            <a:off x="41190" y="-4534"/>
            <a:ext cx="4515110" cy="3498283"/>
          </a:xfrm>
          <a:prstGeom prst="rect">
            <a:avLst/>
          </a:prstGeom>
        </p:spPr>
      </p:pic>
      <p:pic>
        <p:nvPicPr>
          <p:cNvPr id="4" name="Picture 3" descr="A group of men sitting at a table&#10;&#10;Description automatically generated">
            <a:extLst>
              <a:ext uri="{FF2B5EF4-FFF2-40B4-BE49-F238E27FC236}">
                <a16:creationId xmlns:a16="http://schemas.microsoft.com/office/drawing/2014/main" id="{D8B44EB6-D782-492B-F908-00AF026FBE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26" r="4" b="1218"/>
          <a:stretch>
            <a:fillRect/>
          </a:stretch>
        </p:blipFill>
        <p:spPr>
          <a:xfrm>
            <a:off x="5352509" y="3749697"/>
            <a:ext cx="5440075" cy="31073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2782"/>
            <a:ext cx="4599433" cy="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947A7-403E-FB26-41A9-818830F7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887" y="2255941"/>
            <a:ext cx="6072041" cy="4121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CONSILIUL TINERILOR INSTITUȚIONALIZAȚI</a:t>
            </a:r>
            <a:endParaRPr lang="en-US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173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B6CE-7394-1EC3-EE30-9FFE789C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600" dirty="0">
                <a:latin typeface="Times New Roman"/>
                <a:cs typeface="Times New Roman"/>
              </a:rPr>
              <a:t>PARTENERIAT</a:t>
            </a:r>
          </a:p>
        </p:txBody>
      </p:sp>
      <p:pic>
        <p:nvPicPr>
          <p:cNvPr id="4" name="Picture 3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CB74FB37-4596-1701-2AAC-A53BE38A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05" r="1" b="33484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8E63D-3C69-2CEC-7687-0936B14A2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97" y="2979225"/>
            <a:ext cx="5270238" cy="50589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DIRECȚIA GENERALĂ DE ASISTENȚĂ SOCIALĂ ȘI PROTECȚIA COPILULUI-CLUJ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0422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E2140-59D4-0A12-D5A6-093307273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600">
                <a:latin typeface="Times New Roman"/>
                <a:cs typeface="Times New Roman"/>
              </a:rPr>
              <a:t>PARTENERIAT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2B1B-F61D-6D6F-8A2D-EC232006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MINISTERUL FAMILIEI, TINERETULUI ȘI EGALITĂȚII DE ȘANSE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AUTORITATEA NAȚIONALĂ PENTRU PROTECȚIA DREPTURILOR OPILULUI ȘI ADOPȚIE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4" name="Picture 3" descr="A person and person standing in front of a map&#10;&#10;Description automatically generated">
            <a:extLst>
              <a:ext uri="{FF2B5EF4-FFF2-40B4-BE49-F238E27FC236}">
                <a16:creationId xmlns:a16="http://schemas.microsoft.com/office/drawing/2014/main" id="{9C183D65-0EFC-ECCC-A4C3-B39976862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97" r="8707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590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9871CFD0-2FE0-A45A-F6BF-B19D9EEA48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95" r="9091" b="25366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C8B84-73B7-CA1E-6FCE-98882508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18" y="1562101"/>
            <a:ext cx="3905203" cy="2738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PARTENERIAT</a:t>
            </a:r>
          </a:p>
          <a:p>
            <a:endParaRPr lang="en-US" sz="4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0D433-5AB8-F907-E7ED-E6D6581F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18" y="4321622"/>
            <a:ext cx="3816351" cy="941832"/>
          </a:xfr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 dirty="0">
                <a:latin typeface="Times New Roman"/>
                <a:cs typeface="Times New Roman"/>
              </a:rPr>
              <a:t>ASOCIAȚIA CERCETAȘILOR DIN ITALIA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736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02101-BB96-D42D-6BBF-2A929E4E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600">
                <a:latin typeface="Times New Roman"/>
                <a:cs typeface="Times New Roman"/>
              </a:rPr>
              <a:t>PARTENERIAT</a:t>
            </a:r>
            <a:endParaRPr lang="en-US" sz="3600" b="0">
              <a:latin typeface="Times New Roman"/>
              <a:cs typeface="Times New Roman"/>
            </a:endParaRPr>
          </a:p>
          <a:p>
            <a:endParaRPr lang="en-US" sz="3600"/>
          </a:p>
        </p:txBody>
      </p:sp>
      <p:pic>
        <p:nvPicPr>
          <p:cNvPr id="4" name="Picture 3" descr="A group of people in a living room&#10;&#10;Description automatically generated">
            <a:extLst>
              <a:ext uri="{FF2B5EF4-FFF2-40B4-BE49-F238E27FC236}">
                <a16:creationId xmlns:a16="http://schemas.microsoft.com/office/drawing/2014/main" id="{E7EA35F5-44C0-D3A5-6AB4-EAD646F78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03" r="-2" b="-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10A34-87CC-D6FB-FC3E-1B2C70649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5" y="2176036"/>
            <a:ext cx="4261104" cy="4121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ASOCIAȚIA VOCEA COPIILOR ABANDONAȚI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341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3A8C1-5D59-8EB0-1501-F5EE7104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75" y="4066952"/>
            <a:ext cx="4667229" cy="2087066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DEPARTAMENTE ÎN ASOCIAȚIA APICI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67512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23722EB-A11C-E547-A8BD-2AEC125A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76" r="-2" b="19686"/>
          <a:stretch>
            <a:fillRect/>
          </a:stretch>
        </p:blipFill>
        <p:spPr>
          <a:xfrm>
            <a:off x="20" y="703983"/>
            <a:ext cx="4946886" cy="3133200"/>
          </a:xfrm>
          <a:prstGeom prst="rect">
            <a:avLst/>
          </a:prstGeom>
        </p:spPr>
      </p:pic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F8A8598-C54D-4B3B-E07A-A4A7583C1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548376"/>
              </p:ext>
            </p:extLst>
          </p:nvPr>
        </p:nvGraphicFramePr>
        <p:xfrm>
          <a:off x="5641848" y="267453"/>
          <a:ext cx="6054813" cy="6571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9188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EE42F0-2470-417A-8666-6E3266FEB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9671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C45C7-DD02-04B4-DBC7-B63FF2FF59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299" r="14671"/>
          <a:stretch>
            <a:fillRect/>
          </a:stretch>
        </p:blipFill>
        <p:spPr>
          <a:xfrm>
            <a:off x="2553" y="10"/>
            <a:ext cx="569416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86D788-9829-C053-1EC1-87480DB3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73" y="1460259"/>
            <a:ext cx="4816252" cy="435844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>
                <a:solidFill>
                  <a:srgbClr val="FFFFFF"/>
                </a:solidFill>
                <a:latin typeface="Times New Roman"/>
                <a:cs typeface="Times New Roman"/>
              </a:rPr>
              <a:t>NEVOILE TINERILOR ȘI COPIILOR INSTITUȚIONALIZAȚI ȘI POST-INSTITUȚIONALIZAȚI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90DD1AA-9FC9-0AF2-B563-CA13C179F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720" y="604092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EBFBF54-0AEB-3B73-DE03-3648370BA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727046"/>
              </p:ext>
            </p:extLst>
          </p:nvPr>
        </p:nvGraphicFramePr>
        <p:xfrm>
          <a:off x="5891962" y="435599"/>
          <a:ext cx="6312699" cy="6414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5191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F2852-090D-B26D-AD5B-CAB9C57C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NEVOIE DE FONDURI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0222-60B8-09A1-7D58-5A2066E12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ro-RO" sz="1700" dirty="0">
                <a:latin typeface="Times New Roman"/>
                <a:cs typeface="Times New Roman"/>
              </a:rPr>
              <a:t>Plata Specialiștilor: Avocați, Psihologi, Asistenți Sociali, Juriști, Logopezi, </a:t>
            </a:r>
            <a:r>
              <a:rPr lang="ro-RO" sz="1700" dirty="0" err="1">
                <a:latin typeface="Times New Roman"/>
                <a:cs typeface="Times New Roman"/>
              </a:rPr>
              <a:t>Couch</a:t>
            </a:r>
            <a:r>
              <a:rPr lang="ro-RO" sz="1700" dirty="0">
                <a:latin typeface="Times New Roman"/>
                <a:cs typeface="Times New Roman"/>
              </a:rPr>
              <a:t>, </a:t>
            </a:r>
            <a:r>
              <a:rPr lang="ro-RO" sz="1700" dirty="0" err="1">
                <a:latin typeface="Times New Roman"/>
                <a:cs typeface="Times New Roman"/>
              </a:rPr>
              <a:t>Anteprenori</a:t>
            </a:r>
            <a:r>
              <a:rPr lang="ro-RO" sz="1700" dirty="0">
                <a:latin typeface="Times New Roman"/>
                <a:cs typeface="Times New Roman"/>
              </a:rPr>
              <a:t>, Profesori, Mediatori, Juriști, Contabil, Coordonatori, Directori de Departamente, Cameramani.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ro-RO" sz="1700" dirty="0">
                <a:latin typeface="Times New Roman"/>
                <a:cs typeface="Times New Roman"/>
              </a:rPr>
              <a:t>Proiect Centru Reabilitare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ro-RO" sz="1700" dirty="0">
                <a:latin typeface="Times New Roman"/>
                <a:cs typeface="Times New Roman"/>
              </a:rPr>
              <a:t>Proiect </a:t>
            </a:r>
            <a:r>
              <a:rPr lang="ro-RO" sz="1700" dirty="0" err="1">
                <a:latin typeface="Times New Roman"/>
                <a:cs typeface="Times New Roman"/>
              </a:rPr>
              <a:t>PodCast</a:t>
            </a:r>
            <a:r>
              <a:rPr lang="ro-RO" sz="1700" dirty="0">
                <a:latin typeface="Times New Roman"/>
                <a:cs typeface="Times New Roman"/>
              </a:rPr>
              <a:t>: „Oameni faini cu Povesti faine”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ro-RO" sz="1700" dirty="0">
                <a:latin typeface="Times New Roman"/>
                <a:cs typeface="Times New Roman"/>
              </a:rPr>
              <a:t>Logistică Voluntari: logistică organizare transport, echipamente sportive (mingi de fotbal, </a:t>
            </a:r>
            <a:r>
              <a:rPr lang="ro-RO" sz="1700" err="1">
                <a:latin typeface="Times New Roman"/>
                <a:cs typeface="Times New Roman"/>
              </a:rPr>
              <a:t>jabloane</a:t>
            </a:r>
            <a:r>
              <a:rPr lang="ro-RO" sz="1700" dirty="0">
                <a:latin typeface="Times New Roman"/>
                <a:cs typeface="Times New Roman"/>
              </a:rPr>
              <a:t>, mingi baschet, mingi volei, tenis, tenis de masa, etc), rechizite </a:t>
            </a:r>
            <a:r>
              <a:rPr lang="ro-RO" sz="1700" err="1">
                <a:latin typeface="Times New Roman"/>
                <a:cs typeface="Times New Roman"/>
              </a:rPr>
              <a:t>scolare</a:t>
            </a:r>
            <a:r>
              <a:rPr lang="ro-RO" sz="1700" dirty="0">
                <a:latin typeface="Times New Roman"/>
                <a:cs typeface="Times New Roman"/>
              </a:rPr>
              <a:t>, imprimanta pentru acte. </a:t>
            </a:r>
          </a:p>
          <a:p>
            <a:pPr>
              <a:lnSpc>
                <a:spcPct val="110000"/>
              </a:lnSpc>
            </a:pPr>
            <a:r>
              <a:rPr lang="ro-RO" sz="1700" dirty="0">
                <a:latin typeface="Times New Roman"/>
                <a:cs typeface="Times New Roman"/>
              </a:rPr>
              <a:t>Excursii și Formarea </a:t>
            </a:r>
            <a:r>
              <a:rPr lang="ro-RO" sz="1700" dirty="0" err="1">
                <a:latin typeface="Times New Roman"/>
                <a:cs typeface="Times New Roman"/>
              </a:rPr>
              <a:t>interprinderilor</a:t>
            </a:r>
            <a:r>
              <a:rPr lang="ro-RO" sz="1700" dirty="0">
                <a:latin typeface="Times New Roman"/>
                <a:cs typeface="Times New Roman"/>
              </a:rPr>
              <a:t> de viață independentă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6B4F2-ABE4-08B8-2BD6-46416B36E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44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59B64-5F16-FDDD-DC0B-AEFD1D81A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19" b="23231"/>
          <a:stretch>
            <a:fillRect/>
          </a:stretch>
        </p:blipFill>
        <p:spPr>
          <a:xfrm>
            <a:off x="5807694" y="1348956"/>
            <a:ext cx="6085684" cy="339810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68B9B-C46D-F862-7B75-82AB6FC0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DATE DE CONTACT 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26B0A-64C1-45C0-A13E-D75329AFD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72" y="2507897"/>
            <a:ext cx="4171276" cy="26460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GMAIL ASOCIAȚIE: </a:t>
            </a:r>
            <a:r>
              <a:rPr lang="en-US" dirty="0">
                <a:latin typeface="Times New Roman"/>
                <a:cs typeface="Times New Roman"/>
                <a:hlinkClick r:id="rId3"/>
              </a:rPr>
              <a:t>apicioffice@gmail.com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FACEBOOK: </a:t>
            </a:r>
            <a:r>
              <a:rPr lang="en-US" dirty="0">
                <a:latin typeface="Times New Roman"/>
                <a:cs typeface="Times New Roman"/>
                <a:hlinkClick r:id="rId4"/>
              </a:rPr>
              <a:t>https://www.facebook.com/APICI22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589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8DEF-4A2E-BE67-AE5A-AC9D78D4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>
                <a:latin typeface="Times New Roman"/>
                <a:cs typeface="Times New Roman"/>
              </a:rPr>
              <a:t>VĂ MULȚUMIM!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E72F7-FEBA-DF40-8185-3B9656122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118" y="5374291"/>
            <a:ext cx="4057882" cy="9725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b="1" cap="all" spc="300" dirty="0">
                <a:latin typeface="Times New Roman"/>
                <a:cs typeface="Times New Roman"/>
              </a:rPr>
              <a:t>FIECARE DONAȚIE  FACE DIFERENȚA PENTRU COPIII ȘI TINERII DIN ROMÂNIA!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437269C-9B3A-7743-95D5-97EFA26728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039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0179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Ecran lat</PresentationFormat>
  <Paragraphs>0</Paragraphs>
  <Slides>32</Slides>
  <Notes>0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32</vt:i4>
      </vt:variant>
    </vt:vector>
  </HeadingPairs>
  <TitlesOfParts>
    <vt:vector size="33" baseType="lpstr">
      <vt:lpstr>DashVTI</vt:lpstr>
      <vt:lpstr>Asociația Prioritatea Întru-Ajutorării Copilului Instituționalizat</vt:lpstr>
      <vt:lpstr>Membrii Fondatori</vt:lpstr>
      <vt:lpstr>DE CE ASOCIAȚIA APICI</vt:lpstr>
      <vt:lpstr>SCOPUL ASOCIAȚIEI APICI </vt:lpstr>
      <vt:lpstr>OBIECTIVELE ASOCIAȚIEI APICI</vt:lpstr>
      <vt:lpstr>ACTIVITĂȚI PE CARE ASOCIAȚIA LE-A DERULAT</vt:lpstr>
      <vt:lpstr>ACTIVITĂȚI PE CARE ASOCIAȚIA LE-A DERULAT</vt:lpstr>
      <vt:lpstr>ACTIVITĂȚI PE CARE ASOCIAȚIA LE-A DERULAT </vt:lpstr>
      <vt:lpstr>ACTIVITĂȚI PE CARE ASOCIAȚIA LE-A DERULAT </vt:lpstr>
      <vt:lpstr>ACTIVITĂȚI PE CARE ASOCIAȚIA LE-A DERULAT </vt:lpstr>
      <vt:lpstr>ACTIVITĂȚI PE CARE ASOCIAȚIA LE-A DERULAT </vt:lpstr>
      <vt:lpstr>ACTIVITĂȚI PE CARE ASOCIAȚIA LE-A DERULAT  </vt:lpstr>
      <vt:lpstr>ACTIVITĂȚI PE CARE ASOCIAȚIA LE-A DERULAT </vt:lpstr>
      <vt:lpstr>ACTIVITĂȚI PE CARE ASOCIAȚIA LE-A DERULAT </vt:lpstr>
      <vt:lpstr>ACTIVITĂȚI PE CARE ASOCIAȚIA LE-A DERULAT </vt:lpstr>
      <vt:lpstr>ACTIVITĂȚI PE CARE ASOCIAȚIA LE-A DERULAT </vt:lpstr>
      <vt:lpstr>ACTIVITĂȚI PE CARE ASOCIAȚIA LE-A DERULAT </vt:lpstr>
      <vt:lpstr>ACTIVITĂȚI PE CARE ASOCIAȚIA LE-A DERULAT </vt:lpstr>
      <vt:lpstr>ACTIVITĂȚI PE CARE ASOCIAȚIA LE-A DERULAT </vt:lpstr>
      <vt:lpstr>Prezentare PowerPoint</vt:lpstr>
      <vt:lpstr>ACTIVITĂȚI PE CARE ASOCIAȚIA LE-A DERULAT </vt:lpstr>
      <vt:lpstr>ACTIVITĂȚI PE CARE ASOCIAȚIA LE-A DERULAT </vt:lpstr>
      <vt:lpstr>PARTENERIAT</vt:lpstr>
      <vt:lpstr>PARTENERIAT</vt:lpstr>
      <vt:lpstr>PARTENERIAT</vt:lpstr>
      <vt:lpstr>PARTENERIAT </vt:lpstr>
      <vt:lpstr>PARTENERIAT </vt:lpstr>
      <vt:lpstr>DEPARTAMENTE ÎN ASOCIAȚIA APICI</vt:lpstr>
      <vt:lpstr>NEVOILE TINERILOR ȘI COPIILOR INSTITUȚIONALIZAȚI ȘI POST-INSTITUȚIONALIZAȚI</vt:lpstr>
      <vt:lpstr>NEVOIE DE FONDURI</vt:lpstr>
      <vt:lpstr>DATE DE CONTACT </vt:lpstr>
      <vt:lpstr>VĂ MULȚUMIM!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Asociația Prioritatea Întru-Ajutorării Copilului Instituționalizat</dc:title>
  <dc:creator/>
  <cp:lastModifiedBy>rtrebor075@gmail.com</cp:lastModifiedBy>
  <cp:revision>629</cp:revision>
  <dcterms:created xsi:type="dcterms:W3CDTF">2025-08-28T09:07:32Z</dcterms:created>
  <dcterms:modified xsi:type="dcterms:W3CDTF">2025-09-13T18:22:38Z</dcterms:modified>
</cp:coreProperties>
</file>